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way, O Lord, teach me Your way!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guiding grace afford, teach me Your way!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me to walk aright, more by faith, less by sight;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me with heavenly light, teach me Your way!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 am sad at heart, teach me Your way!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earthly joys depart, teach me Your way!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hours of loneliness, in times of dire distress,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failure or success, teach me Your way!</a:t>
            </a:r>
            <a:endParaRPr lang="en-US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doubts and fears arise, teach me Your way!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storm clouds fill the skies, teach me Your way!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Shine through the wind and rain, through sorrow, grief and pain;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now my pathway plain, teach me Your way!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as my life shall last, teach me Your way!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Where’er my lot be cast, teach me Your way!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the race is run, until the journey’s done,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the crown is won, teach me Your way!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2026-09-18T17:17:17Z</dcterms:created>
  <dcterms:modified xsi:type="dcterms:W3CDTF">2026-09-18T17:17:17Z</dcterms:modified>
</cp:coreProperties>
</file>