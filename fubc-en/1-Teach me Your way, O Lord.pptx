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58" r:id="rId4"/>
    <p:sldId id="259"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p:cViewPr varScale="1">
        <p:scale>
          <a:sx n="120" d="100"/>
          <a:sy n="120" d="100"/>
        </p:scale>
        <p:origin x="8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9C540B9-0CD7-FE4B-BFEF-4709197F6611}"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369915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9C540B9-0CD7-FE4B-BFEF-4709197F6611}"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1461666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9C540B9-0CD7-FE4B-BFEF-4709197F6611}"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40344729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9C540B9-0CD7-FE4B-BFEF-4709197F6611}" type="datetimeFigureOut">
              <a:rPr lang="en-US" smtClean="0"/>
              <a:t>9/17/26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18654573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9C540B9-0CD7-FE4B-BFEF-4709197F6611}" type="datetimeFigureOut">
              <a:rPr lang="en-US" smtClean="0"/>
              <a:t>9/17/26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796649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9C540B9-0CD7-FE4B-BFEF-4709197F6611}" type="datetimeFigureOut">
              <a:rPr lang="en-US" smtClean="0"/>
              <a:t>9/17/26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386039206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9C540B9-0CD7-FE4B-BFEF-4709197F6611}" type="datetimeFigureOut">
              <a:rPr lang="en-US" smtClean="0"/>
              <a:t>9/17/26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30608757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9C540B9-0CD7-FE4B-BFEF-4709197F6611}" type="datetimeFigureOut">
              <a:rPr lang="en-US" smtClean="0"/>
              <a:t>9/17/26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3829576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9C540B9-0CD7-FE4B-BFEF-4709197F6611}" type="datetimeFigureOut">
              <a:rPr lang="en-US" smtClean="0"/>
              <a:t>9/17/26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28461840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9C540B9-0CD7-FE4B-BFEF-4709197F6611}"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24978738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9C540B9-0CD7-FE4B-BFEF-4709197F6611}" type="datetimeFigureOut">
              <a:rPr lang="en-US" smtClean="0"/>
              <a:t>9/17/26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7292228-443F-214E-8FAC-6EE2389DB3BC}" type="slidenum">
              <a:rPr lang="en-US" smtClean="0"/>
              <a:t>‹#›</a:t>
            </a:fld>
            <a:endParaRPr lang="en-US"/>
          </a:p>
        </p:txBody>
      </p:sp>
    </p:spTree>
    <p:extLst>
      <p:ext uri="{BB962C8B-B14F-4D97-AF65-F5344CB8AC3E}">
        <p14:creationId xmlns:p14="http://schemas.microsoft.com/office/powerpoint/2010/main" val="35707460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D9C540B9-0CD7-FE4B-BFEF-4709197F6611}" type="datetimeFigureOut">
              <a:rPr lang="en-US" smtClean="0"/>
              <a:t>9/17/26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37292228-443F-214E-8FAC-6EE2389DB3BC}" type="slidenum">
              <a:rPr lang="en-US" smtClean="0"/>
              <a:t>‹#›</a:t>
            </a:fld>
            <a:endParaRPr lang="en-US"/>
          </a:p>
        </p:txBody>
      </p:sp>
    </p:spTree>
    <p:extLst>
      <p:ext uri="{BB962C8B-B14F-4D97-AF65-F5344CB8AC3E}">
        <p14:creationId xmlns:p14="http://schemas.microsoft.com/office/powerpoint/2010/main" val="324023590"/>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F7E712-84E7-6617-5B31-721178F89DC4}"/>
              </a:ext>
            </a:extLst>
          </p:cNvPr>
          <p:cNvSpPr>
            <a:spLocks noGrp="1"/>
          </p:cNvSpPr>
          <p:nvPr>
            <p:ph type="title"/>
          </p:nvPr>
        </p:nvSpPr>
        <p:spPr>
          <a:xfrm>
            <a:off x="1386662" y="730639"/>
            <a:ext cx="9418675" cy="5396722"/>
          </a:xfrm>
        </p:spPr>
        <p:txBody>
          <a:bodyPr>
            <a:noAutofit/>
          </a:bodyPr>
          <a:lstStyle/>
          <a:p>
            <a:pPr>
              <a:lnSpc>
                <a:spcPct val="100000"/>
              </a:lnSpc>
            </a:pPr>
            <a:r>
              <a:rPr lang="en-US" sz="4400"/>
              <a:t>Teach me Your way, O Lord, teach me Your way!</a:t>
            </a:r>
            <a:br>
              <a:rPr lang="en-US" sz="4400"/>
            </a:br>
            <a:r>
              <a:rPr lang="en-US" sz="4400"/>
              <a:t>Your guiding grace afford, teach me Your way!</a:t>
            </a:r>
            <a:br>
              <a:rPr lang="en-US" sz="4400"/>
            </a:br>
            <a:r>
              <a:rPr lang="en-US" sz="4400"/>
              <a:t>Help me to walk aright, more by faith, less by sight;</a:t>
            </a:r>
            <a:br>
              <a:rPr lang="en-US" sz="4400"/>
            </a:br>
            <a:r>
              <a:rPr lang="en-US" sz="4400"/>
              <a:t>Lead me with heavenly light, teach me Your way!</a:t>
            </a:r>
          </a:p>
        </p:txBody>
      </p:sp>
    </p:spTree>
    <p:extLst>
      <p:ext uri="{BB962C8B-B14F-4D97-AF65-F5344CB8AC3E}">
        <p14:creationId xmlns:p14="http://schemas.microsoft.com/office/powerpoint/2010/main" val="464117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33FBC9-5B62-65D2-A18C-EEC1359B19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0E27F5-09F1-D8FA-179E-4C4A93437ABF}"/>
              </a:ext>
            </a:extLst>
          </p:cNvPr>
          <p:cNvSpPr>
            <a:spLocks noGrp="1"/>
          </p:cNvSpPr>
          <p:nvPr>
            <p:ph type="title"/>
          </p:nvPr>
        </p:nvSpPr>
        <p:spPr>
          <a:xfrm>
            <a:off x="1507497" y="980154"/>
            <a:ext cx="9177005" cy="4897691"/>
          </a:xfrm>
        </p:spPr>
        <p:txBody>
          <a:bodyPr>
            <a:noAutofit/>
          </a:bodyPr>
          <a:lstStyle/>
          <a:p>
            <a:r>
              <a:rPr lang="en-US" sz="4400"/>
              <a:t>When I am sad at heart, teach me Your way!</a:t>
            </a:r>
            <a:br>
              <a:rPr lang="en-US" sz="4400"/>
            </a:br>
            <a:r>
              <a:rPr lang="en-US" sz="4400"/>
              <a:t>When earthly joys depart, teach me Your way!</a:t>
            </a:r>
            <a:br>
              <a:rPr lang="en-US" sz="4400"/>
            </a:br>
            <a:r>
              <a:rPr lang="en-US" sz="4400"/>
              <a:t>In hours of loneliness, in times of dire distress,</a:t>
            </a:r>
            <a:br>
              <a:rPr lang="en-US" sz="4400"/>
            </a:br>
            <a:r>
              <a:rPr lang="en-US" sz="4400"/>
              <a:t>In failure or success, teach me Your way!</a:t>
            </a:r>
          </a:p>
        </p:txBody>
      </p:sp>
    </p:spTree>
    <p:extLst>
      <p:ext uri="{BB962C8B-B14F-4D97-AF65-F5344CB8AC3E}">
        <p14:creationId xmlns:p14="http://schemas.microsoft.com/office/powerpoint/2010/main" val="18913390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ACDC35-2675-CB77-7D83-B4F13999D8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CD03A3-F634-53CC-7E9A-245DD54BC83A}"/>
              </a:ext>
            </a:extLst>
          </p:cNvPr>
          <p:cNvSpPr>
            <a:spLocks noGrp="1"/>
          </p:cNvSpPr>
          <p:nvPr>
            <p:ph type="title"/>
          </p:nvPr>
        </p:nvSpPr>
        <p:spPr>
          <a:xfrm>
            <a:off x="1506722" y="979455"/>
            <a:ext cx="9178555" cy="4899090"/>
          </a:xfrm>
        </p:spPr>
        <p:txBody>
          <a:bodyPr>
            <a:noAutofit/>
          </a:bodyPr>
          <a:lstStyle/>
          <a:p>
            <a:r>
              <a:rPr lang="en-US" sz="4400"/>
              <a:t>When doubts and fears arise, teach me Your way!</a:t>
            </a:r>
            <a:br>
              <a:rPr lang="en-US" sz="4400"/>
            </a:br>
            <a:r>
              <a:rPr lang="en-US" sz="4400"/>
              <a:t>When storm clouds fill the skies, teach me Your way!</a:t>
            </a:r>
            <a:br>
              <a:rPr lang="en-US" sz="4400"/>
            </a:br>
            <a:r>
              <a:rPr lang="en-US" sz="4400"/>
              <a:t>Shine through the wind and rain, through sorrow, grief and pain;</a:t>
            </a:r>
            <a:br>
              <a:rPr lang="en-US" sz="4400"/>
            </a:br>
            <a:r>
              <a:rPr lang="en-US" sz="4400"/>
              <a:t>Make now my pathway plain, teach me Your way!</a:t>
            </a:r>
          </a:p>
        </p:txBody>
      </p:sp>
    </p:spTree>
    <p:extLst>
      <p:ext uri="{BB962C8B-B14F-4D97-AF65-F5344CB8AC3E}">
        <p14:creationId xmlns:p14="http://schemas.microsoft.com/office/powerpoint/2010/main" val="31885259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C2837-66A7-56ED-FB84-93E850F791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738FC3-A0EF-96D6-E23D-AF6B38E07EAE}"/>
              </a:ext>
            </a:extLst>
          </p:cNvPr>
          <p:cNvSpPr>
            <a:spLocks noGrp="1"/>
          </p:cNvSpPr>
          <p:nvPr>
            <p:ph type="title"/>
          </p:nvPr>
        </p:nvSpPr>
        <p:spPr>
          <a:xfrm>
            <a:off x="1649376" y="972602"/>
            <a:ext cx="8893248" cy="4912796"/>
          </a:xfrm>
        </p:spPr>
        <p:txBody>
          <a:bodyPr>
            <a:noAutofit/>
          </a:bodyPr>
          <a:lstStyle/>
          <a:p>
            <a:r>
              <a:rPr lang="en-US" sz="4400"/>
              <a:t>Long as my life shall last, teach me Your way!</a:t>
            </a:r>
            <a:br>
              <a:rPr lang="en-US" sz="4400"/>
            </a:br>
            <a:r>
              <a:rPr lang="en-US" sz="4400"/>
              <a:t>Where’er my lot be cast, teach me Your way!</a:t>
            </a:r>
            <a:br>
              <a:rPr lang="en-US" sz="4400"/>
            </a:br>
            <a:r>
              <a:rPr lang="en-US" sz="4400"/>
              <a:t>Until the race is run, until the journey’s done,</a:t>
            </a:r>
            <a:br>
              <a:rPr lang="en-US" sz="4400"/>
            </a:br>
            <a:r>
              <a:rPr lang="en-US" sz="4400"/>
              <a:t>Until the crown is won, teach me Your way!</a:t>
            </a:r>
          </a:p>
        </p:txBody>
      </p:sp>
    </p:spTree>
    <p:extLst>
      <p:ext uri="{BB962C8B-B14F-4D97-AF65-F5344CB8AC3E}">
        <p14:creationId xmlns:p14="http://schemas.microsoft.com/office/powerpoint/2010/main" val="52031658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541</TotalTime>
  <Words>196</Words>
  <Application>Microsoft Macintosh PowerPoint</Application>
  <PresentationFormat>Widescreen</PresentationFormat>
  <Paragraphs>4</Paragraphs>
  <Slides>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Aptos Display</vt:lpstr>
      <vt:lpstr>Arial</vt:lpstr>
      <vt:lpstr>Office Theme</vt:lpstr>
      <vt:lpstr>Teach me Your way, O Lord, teach me Your way! Your guiding grace afford, teach me Your way! Help me to walk aright, more by faith, less by sight; Lead me with heavenly light, teach me Your way!</vt:lpstr>
      <vt:lpstr>When I am sad at heart, teach me Your way! When earthly joys depart, teach me Your way! In hours of loneliness, in times of dire distress, In failure or success, teach me Your way!</vt:lpstr>
      <vt:lpstr>When doubts and fears arise, teach me Your way! When storm clouds fill the skies, teach me Your way! Shine through the wind and rain, through sorrow, grief and pain; Make now my pathway plain, teach me Your way!</vt:lpstr>
      <vt:lpstr>Long as my life shall last, teach me Your way! Where’er my lot be cast, teach me Your way! Until the race is run, until the journey’s done, Until the crown is won, teach me Your way!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3</cp:revision>
  <dcterms:created xsi:type="dcterms:W3CDTF">2026-09-17T20:42:03Z</dcterms:created>
  <dcterms:modified xsi:type="dcterms:W3CDTF">2026-09-18T05:43:27Z</dcterms:modified>
</cp:coreProperties>
</file>