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guiding grace afford,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me to walk aright, more by faith, less by sight;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me with heavenly light, 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am sad at heart,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earthly joys depart,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hours of loneliness, in times of dire distress,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failure or success, 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doubts and fears arise,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storm clouds fill the skies,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Shine through the wind and rain, through sorrow, grief and pain;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now my pathway plain, 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as my life shall last,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Where’er my lot be cast,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race is run, until the journey’s done,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crown is won, 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2026-09-19T20:19:22Z</dcterms:created>
  <dcterms:modified xsi:type="dcterms:W3CDTF">2026-09-19T20:19:22Z</dcterms:modified>
</cp:coreProperties>
</file>