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me Your way, O Lord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me Your way, O Lord,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me Your way!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guiding grace afford,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me Your way!</a:t>
            </a:r>
            <a:endParaRPr lang="en-US" sz="4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 me to walk aright,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by faith, less by sight;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me with heavenly light,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me Your way!</a:t>
            </a:r>
            <a:endParaRPr lang="en-US" sz="4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I am sad at heart,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me Your way!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earthly joys depart,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me Your way!</a:t>
            </a:r>
            <a:endParaRPr lang="en-US" sz="4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hours of loneliness,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times of dire distress,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failure or success,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me Your way!</a:t>
            </a:r>
            <a:endParaRPr lang="en-US" sz="4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doubts and fears arise,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me Your way!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storm clouds fill the skies,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me Your way!</a:t>
            </a:r>
            <a:endParaRPr lang="en-US" sz="4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Shine through the wind and rain,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 sorrow, grief and pain;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now my pathway plain,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me Your way!</a:t>
            </a:r>
            <a:endParaRPr lang="en-US" sz="4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as my life shall last,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me Your way!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Where’er my lot be cast,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me Your way!</a:t>
            </a:r>
            <a:endParaRPr lang="en-US" sz="4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Until the race is run,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until the journey’s done,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Until the crown is won, 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me Your way!</a:t>
            </a:r>
            <a:endParaRPr lang="en-US" sz="4800" dirty="0"/>
          </a:p>
          <a:p>
            <a:pPr algn="ctr" indent="0" marL="0">
              <a:buNone/>
            </a:pP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2026-09-20T00:09:32Z</dcterms:created>
  <dcterms:modified xsi:type="dcterms:W3CDTF">2026-09-20T00:09:32Z</dcterms:modified>
</cp:coreProperties>
</file>