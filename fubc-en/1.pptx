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C540B9-0CD7-FE4B-BFEF-4709197F6611}"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36991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540B9-0CD7-FE4B-BFEF-4709197F6611}"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146166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540B9-0CD7-FE4B-BFEF-4709197F6611}"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4034472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C540B9-0CD7-FE4B-BFEF-4709197F6611}"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1865457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C540B9-0CD7-FE4B-BFEF-4709197F6611}"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7966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9C540B9-0CD7-FE4B-BFEF-4709197F6611}"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3860392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C540B9-0CD7-FE4B-BFEF-4709197F6611}"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3060875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C540B9-0CD7-FE4B-BFEF-4709197F6611}"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382957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9C540B9-0CD7-FE4B-BFEF-4709197F6611}"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2846184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540B9-0CD7-FE4B-BFEF-4709197F6611}"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2497873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C540B9-0CD7-FE4B-BFEF-4709197F6611}"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2228-443F-214E-8FAC-6EE2389DB3BC}" type="slidenum">
              <a:rPr lang="en-US" smtClean="0"/>
              <a:t>‹#›</a:t>
            </a:fld>
            <a:endParaRPr lang="en-US"/>
          </a:p>
        </p:txBody>
      </p:sp>
    </p:spTree>
    <p:extLst>
      <p:ext uri="{BB962C8B-B14F-4D97-AF65-F5344CB8AC3E}">
        <p14:creationId xmlns:p14="http://schemas.microsoft.com/office/powerpoint/2010/main" val="3570746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D9C540B9-0CD7-FE4B-BFEF-4709197F6611}" type="datetimeFigureOut">
              <a:rPr lang="en-US" smtClean="0"/>
              <a:t>9/17/26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7292228-443F-214E-8FAC-6EE2389DB3BC}" type="slidenum">
              <a:rPr lang="en-US" smtClean="0"/>
              <a:t>‹#›</a:t>
            </a:fld>
            <a:endParaRPr lang="en-US"/>
          </a:p>
        </p:txBody>
      </p:sp>
    </p:spTree>
    <p:extLst>
      <p:ext uri="{BB962C8B-B14F-4D97-AF65-F5344CB8AC3E}">
        <p14:creationId xmlns:p14="http://schemas.microsoft.com/office/powerpoint/2010/main" val="3240235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7E712-84E7-6617-5B31-721178F89DC4}"/>
              </a:ext>
            </a:extLst>
          </p:cNvPr>
          <p:cNvSpPr>
            <a:spLocks noGrp="1"/>
          </p:cNvSpPr>
          <p:nvPr>
            <p:ph type="title"/>
          </p:nvPr>
        </p:nvSpPr>
        <p:spPr>
          <a:xfrm>
            <a:off x="1852723" y="1296618"/>
            <a:ext cx="8486553" cy="4264763"/>
          </a:xfrm>
        </p:spPr>
        <p:txBody>
          <a:bodyPr>
            <a:noAutofit/>
          </a:bodyPr>
          <a:lstStyle/>
          <a:p>
            <a:r>
              <a:rPr lang="en-US" sz="4800"/>
              <a:t>All hail the power of Jesus' name!</a:t>
            </a:r>
            <a:br>
              <a:rPr lang="en-US" sz="4800"/>
            </a:br>
            <a:r>
              <a:rPr lang="en-US" sz="4800"/>
              <a:t>Let angels prostrate fall.</a:t>
            </a:r>
            <a:br>
              <a:rPr lang="en-US" sz="4800"/>
            </a:br>
            <a:r>
              <a:rPr lang="en-US" sz="4800"/>
              <a:t>Bring forth the royal diadem,</a:t>
            </a:r>
            <a:br>
              <a:rPr lang="en-US" sz="4800"/>
            </a:br>
            <a:r>
              <a:rPr lang="en-US" sz="4800"/>
              <a:t>and crown him Lord of all.</a:t>
            </a:r>
            <a:br>
              <a:rPr lang="en-US" sz="4800"/>
            </a:br>
            <a:r>
              <a:rPr lang="en-US" sz="4800"/>
              <a:t>Bring forth the royal diadem,</a:t>
            </a:r>
            <a:br>
              <a:rPr lang="en-US" sz="4800"/>
            </a:br>
            <a:r>
              <a:rPr lang="en-US" sz="4800"/>
              <a:t>and crown him Lord of all!</a:t>
            </a:r>
          </a:p>
        </p:txBody>
      </p:sp>
    </p:spTree>
    <p:extLst>
      <p:ext uri="{BB962C8B-B14F-4D97-AF65-F5344CB8AC3E}">
        <p14:creationId xmlns:p14="http://schemas.microsoft.com/office/powerpoint/2010/main" val="464117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89A6-0C46-3D4F-4F2A-5D53D4633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9E9BFD-167B-4A74-7856-7B7C007E958B}"/>
              </a:ext>
            </a:extLst>
          </p:cNvPr>
          <p:cNvSpPr>
            <a:spLocks noGrp="1"/>
          </p:cNvSpPr>
          <p:nvPr>
            <p:ph type="title"/>
          </p:nvPr>
        </p:nvSpPr>
        <p:spPr>
          <a:xfrm>
            <a:off x="1537734" y="1328931"/>
            <a:ext cx="9116532" cy="4200137"/>
          </a:xfrm>
        </p:spPr>
        <p:txBody>
          <a:bodyPr>
            <a:noAutofit/>
          </a:bodyPr>
          <a:lstStyle/>
          <a:p>
            <a:r>
              <a:rPr lang="en-US" sz="4800"/>
              <a:t>O seed of Israel's chosen race</a:t>
            </a:r>
            <a:br>
              <a:rPr lang="en-US" sz="4800"/>
            </a:br>
            <a:r>
              <a:rPr lang="en-US" sz="4800"/>
              <a:t>now ransomed from the fall,</a:t>
            </a:r>
            <a:br>
              <a:rPr lang="en-US" sz="4800"/>
            </a:br>
            <a:r>
              <a:rPr lang="en-US" sz="4800"/>
              <a:t>hail him who saves you by his grace,</a:t>
            </a:r>
            <a:br>
              <a:rPr lang="en-US" sz="4800"/>
            </a:br>
            <a:r>
              <a:rPr lang="en-US" sz="4800"/>
              <a:t>and crown him Lord of all.</a:t>
            </a:r>
            <a:br>
              <a:rPr lang="en-US" sz="4800"/>
            </a:br>
            <a:r>
              <a:rPr lang="en-US" sz="4800"/>
              <a:t>Hail him who saves you by his grace,</a:t>
            </a:r>
            <a:br>
              <a:rPr lang="en-US" sz="4800"/>
            </a:br>
            <a:r>
              <a:rPr lang="en-US" sz="4800"/>
              <a:t>and crown him Lord of all!</a:t>
            </a:r>
          </a:p>
        </p:txBody>
      </p:sp>
    </p:spTree>
    <p:extLst>
      <p:ext uri="{BB962C8B-B14F-4D97-AF65-F5344CB8AC3E}">
        <p14:creationId xmlns:p14="http://schemas.microsoft.com/office/powerpoint/2010/main" val="877294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3F9DF-CDDE-3288-5B83-8064F60A6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ACEA8B-D33A-5A12-7AA4-066E33E16904}"/>
              </a:ext>
            </a:extLst>
          </p:cNvPr>
          <p:cNvSpPr>
            <a:spLocks noGrp="1"/>
          </p:cNvSpPr>
          <p:nvPr>
            <p:ph type="title"/>
          </p:nvPr>
        </p:nvSpPr>
        <p:spPr>
          <a:xfrm>
            <a:off x="1537734" y="1328931"/>
            <a:ext cx="9116532" cy="4200137"/>
          </a:xfrm>
        </p:spPr>
        <p:txBody>
          <a:bodyPr>
            <a:noAutofit/>
          </a:bodyPr>
          <a:lstStyle/>
          <a:p>
            <a:r>
              <a:rPr lang="en-US" sz="4800"/>
              <a:t>Let every tongue and every tribe</a:t>
            </a:r>
            <a:br>
              <a:rPr lang="en-US" sz="4800"/>
            </a:br>
            <a:r>
              <a:rPr lang="en-US" sz="4800"/>
              <a:t>responsive to his call,</a:t>
            </a:r>
            <a:br>
              <a:rPr lang="en-US" sz="4800"/>
            </a:br>
            <a:r>
              <a:rPr lang="en-US" sz="4800"/>
              <a:t>to him all majesty ascribe,</a:t>
            </a:r>
            <a:br>
              <a:rPr lang="en-US" sz="4800"/>
            </a:br>
            <a:r>
              <a:rPr lang="en-US" sz="4800"/>
              <a:t>and crown him Lord of all.</a:t>
            </a:r>
            <a:br>
              <a:rPr lang="en-US" sz="4800"/>
            </a:br>
            <a:r>
              <a:rPr lang="en-US" sz="4800"/>
              <a:t>To him all majesty ascribe,</a:t>
            </a:r>
            <a:br>
              <a:rPr lang="en-US" sz="4800"/>
            </a:br>
            <a:r>
              <a:rPr lang="en-US" sz="4800"/>
              <a:t>and crown him Lord of all!</a:t>
            </a:r>
          </a:p>
        </p:txBody>
      </p:sp>
    </p:spTree>
    <p:extLst>
      <p:ext uri="{BB962C8B-B14F-4D97-AF65-F5344CB8AC3E}">
        <p14:creationId xmlns:p14="http://schemas.microsoft.com/office/powerpoint/2010/main" val="673683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4FB91-F3E5-9ACC-C177-61EA67019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C1BF5E-4C19-C7CA-635E-C685BB94EFEF}"/>
              </a:ext>
            </a:extLst>
          </p:cNvPr>
          <p:cNvSpPr>
            <a:spLocks noGrp="1"/>
          </p:cNvSpPr>
          <p:nvPr>
            <p:ph type="title"/>
          </p:nvPr>
        </p:nvSpPr>
        <p:spPr>
          <a:xfrm>
            <a:off x="1537734" y="1328931"/>
            <a:ext cx="9116532" cy="4200137"/>
          </a:xfrm>
        </p:spPr>
        <p:txBody>
          <a:bodyPr>
            <a:noAutofit/>
          </a:bodyPr>
          <a:lstStyle/>
          <a:p>
            <a:r>
              <a:rPr lang="en-US" sz="4800"/>
              <a:t>Oh, that with all the sacred throng</a:t>
            </a:r>
            <a:br>
              <a:rPr lang="en-US" sz="4800"/>
            </a:br>
            <a:r>
              <a:rPr lang="en-US" sz="4800"/>
              <a:t>we at his feet may fall!</a:t>
            </a:r>
            <a:br>
              <a:rPr lang="en-US" sz="4800"/>
            </a:br>
            <a:r>
              <a:rPr lang="en-US" sz="4800"/>
              <a:t>We'll join the everlasting song</a:t>
            </a:r>
            <a:br>
              <a:rPr lang="en-US" sz="4800"/>
            </a:br>
            <a:r>
              <a:rPr lang="en-US" sz="4800"/>
              <a:t>and crown him Lord of all.</a:t>
            </a:r>
            <a:br>
              <a:rPr lang="en-US" sz="4800"/>
            </a:br>
            <a:r>
              <a:rPr lang="en-US" sz="4800"/>
              <a:t>We'll join the everlasting song</a:t>
            </a:r>
            <a:br>
              <a:rPr lang="en-US" sz="4800"/>
            </a:br>
            <a:r>
              <a:rPr lang="en-US" sz="4800"/>
              <a:t>and crown him Lord of all.</a:t>
            </a:r>
          </a:p>
        </p:txBody>
      </p:sp>
    </p:spTree>
    <p:extLst>
      <p:ext uri="{BB962C8B-B14F-4D97-AF65-F5344CB8AC3E}">
        <p14:creationId xmlns:p14="http://schemas.microsoft.com/office/powerpoint/2010/main" val="39321320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Office Theme</Template>
  <TotalTime>4</TotalTime>
  <Words>180</Words>
  <Application>Microsoft Macintosh PowerPoint</Application>
  <PresentationFormat>Widescreen</PresentationFormat>
  <Paragraphs>4</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All hail the power of Jesus' name! Let angels prostrate fall. Bring forth the royal diadem, and crown him Lord of all. Bring forth the royal diadem, and crown him Lord of all!</vt:lpstr>
      <vt:lpstr>O seed of Israel's chosen race now ransomed from the fall, hail him who saves you by his grace, and crown him Lord of all. Hail him who saves you by his grace, and crown him Lord of all!</vt:lpstr>
      <vt:lpstr>Let every tongue and every tribe responsive to his call, to him all majesty ascribe, and crown him Lord of all. To him all majesty ascribe, and crown him Lord of all!</vt:lpstr>
      <vt:lpstr>Oh, that with all the sacred throng we at his feet may fall! We'll join the everlasting song and crown him Lord of all. We'll join the everlasting song and crown him Lord of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Serg Salo</dc:creator>
  <cp:lastModifiedBy>Serg Salo</cp:lastModifiedBy>
  <cp:revision>1</cp:revision>
  <dcterms:created xsi:type="dcterms:W3CDTF">2026-09-17T20:42:03Z</dcterms:created>
  <dcterms:modified xsi:type="dcterms:W3CDTF">2026-09-17T20:46:30Z</dcterms:modified>
</cp:coreProperties>
</file>