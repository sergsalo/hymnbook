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5" r:id="rId7"/>
    <p:sldId id="270" r:id="rId8"/>
    <p:sldId id="272" r:id="rId9"/>
    <p:sldId id="266" r:id="rId10"/>
    <p:sldId id="267" r:id="rId11"/>
    <p:sldId id="271" r:id="rId12"/>
    <p:sldId id="273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0" dt="2026-09-21T07:17:57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enia Zgurovets" userId="7a046fa65e5ec5fd" providerId="Windows Live" clId="Web-{00000000-0000-0000-0000-000000000000}"/>
    <pc:docChg chg="addSld delSld modSld">
      <pc:chgData name="Zhenia Zgurovets" userId="7a046fa65e5ec5fd" providerId="Windows Live" clId="Web-{00000000-0000-0000-0000-000000000000}" dt="2026-09-21T07:17:57.289" v="79" actId="20577"/>
      <pc:docMkLst>
        <pc:docMk/>
      </pc:docMkLst>
      <pc:sldChg chg="modSp">
        <pc:chgData name="Zhenia Zgurovets" userId="7a046fa65e5ec5fd" providerId="Windows Live" clId="Web-{00000000-0000-0000-0000-000000000000}" dt="2026-09-21T07:12:18.086" v="13" actId="20577"/>
        <pc:sldMkLst>
          <pc:docMk/>
          <pc:sldMk cId="1351651579" sldId="256"/>
        </pc:sldMkLst>
        <pc:spChg chg="mod">
          <ac:chgData name="Zhenia Zgurovets" userId="7a046fa65e5ec5fd" providerId="Windows Live" clId="Web-{00000000-0000-0000-0000-000000000000}" dt="2026-09-21T07:12:18.086" v="13" actId="20577"/>
          <ac:spMkLst>
            <pc:docMk/>
            <pc:sldMk cId="1351651579" sldId="256"/>
            <ac:spMk id="4" creationId="{A8C2BF42-340A-F9C0-317C-5034EA2E291D}"/>
          </ac:spMkLst>
        </pc:spChg>
      </pc:sldChg>
      <pc:sldChg chg="modSp">
        <pc:chgData name="Zhenia Zgurovets" userId="7a046fa65e5ec5fd" providerId="Windows Live" clId="Web-{00000000-0000-0000-0000-000000000000}" dt="2026-09-21T07:17:57.289" v="79" actId="20577"/>
        <pc:sldMkLst>
          <pc:docMk/>
          <pc:sldMk cId="1788203937" sldId="257"/>
        </pc:sldMkLst>
        <pc:spChg chg="mod">
          <ac:chgData name="Zhenia Zgurovets" userId="7a046fa65e5ec5fd" providerId="Windows Live" clId="Web-{00000000-0000-0000-0000-000000000000}" dt="2026-09-21T07:17:57.289" v="79" actId="20577"/>
          <ac:spMkLst>
            <pc:docMk/>
            <pc:sldMk cId="1788203937" sldId="257"/>
            <ac:spMk id="4" creationId="{A8C2BF42-340A-F9C0-317C-5034EA2E291D}"/>
          </ac:spMkLst>
        </pc:spChg>
      </pc:sldChg>
      <pc:sldChg chg="modSp">
        <pc:chgData name="Zhenia Zgurovets" userId="7a046fa65e5ec5fd" providerId="Windows Live" clId="Web-{00000000-0000-0000-0000-000000000000}" dt="2026-09-21T07:13:48.461" v="35" actId="20577"/>
        <pc:sldMkLst>
          <pc:docMk/>
          <pc:sldMk cId="2392567507" sldId="258"/>
        </pc:sldMkLst>
        <pc:spChg chg="mod">
          <ac:chgData name="Zhenia Zgurovets" userId="7a046fa65e5ec5fd" providerId="Windows Live" clId="Web-{00000000-0000-0000-0000-000000000000}" dt="2026-09-21T07:13:48.461" v="35" actId="20577"/>
          <ac:spMkLst>
            <pc:docMk/>
            <pc:sldMk cId="2392567507" sldId="258"/>
            <ac:spMk id="4" creationId="{A8C2BF42-340A-F9C0-317C-5034EA2E291D}"/>
          </ac:spMkLst>
        </pc:spChg>
      </pc:sldChg>
      <pc:sldChg chg="modSp">
        <pc:chgData name="Zhenia Zgurovets" userId="7a046fa65e5ec5fd" providerId="Windows Live" clId="Web-{00000000-0000-0000-0000-000000000000}" dt="2026-09-21T07:16:16.164" v="48" actId="20577"/>
        <pc:sldMkLst>
          <pc:docMk/>
          <pc:sldMk cId="282290349" sldId="259"/>
        </pc:sldMkLst>
        <pc:spChg chg="mod">
          <ac:chgData name="Zhenia Zgurovets" userId="7a046fa65e5ec5fd" providerId="Windows Live" clId="Web-{00000000-0000-0000-0000-000000000000}" dt="2026-09-21T07:16:16.164" v="48" actId="20577"/>
          <ac:spMkLst>
            <pc:docMk/>
            <pc:sldMk cId="282290349" sldId="259"/>
            <ac:spMk id="4" creationId="{A8C2BF42-340A-F9C0-317C-5034EA2E291D}"/>
          </ac:spMkLst>
        </pc:spChg>
      </pc:sldChg>
      <pc:sldChg chg="modSp">
        <pc:chgData name="Zhenia Zgurovets" userId="7a046fa65e5ec5fd" providerId="Windows Live" clId="Web-{00000000-0000-0000-0000-000000000000}" dt="2026-09-21T07:15:30.758" v="45" actId="20577"/>
        <pc:sldMkLst>
          <pc:docMk/>
          <pc:sldMk cId="578333483" sldId="264"/>
        </pc:sldMkLst>
        <pc:spChg chg="mod">
          <ac:chgData name="Zhenia Zgurovets" userId="7a046fa65e5ec5fd" providerId="Windows Live" clId="Web-{00000000-0000-0000-0000-000000000000}" dt="2026-09-21T07:15:30.758" v="45" actId="20577"/>
          <ac:spMkLst>
            <pc:docMk/>
            <pc:sldMk cId="578333483" sldId="264"/>
            <ac:spMk id="4" creationId="{A8C2BF42-340A-F9C0-317C-5034EA2E291D}"/>
          </ac:spMkLst>
        </pc:spChg>
      </pc:sldChg>
      <pc:sldChg chg="addSp delSp modSp">
        <pc:chgData name="Zhenia Zgurovets" userId="7a046fa65e5ec5fd" providerId="Windows Live" clId="Web-{00000000-0000-0000-0000-000000000000}" dt="2026-09-21T07:16:53.133" v="64"/>
        <pc:sldMkLst>
          <pc:docMk/>
          <pc:sldMk cId="4192773697" sldId="265"/>
        </pc:sldMkLst>
        <pc:spChg chg="add del mod">
          <ac:chgData name="Zhenia Zgurovets" userId="7a046fa65e5ec5fd" providerId="Windows Live" clId="Web-{00000000-0000-0000-0000-000000000000}" dt="2026-09-21T07:16:30.039" v="54"/>
          <ac:spMkLst>
            <pc:docMk/>
            <pc:sldMk cId="4192773697" sldId="265"/>
            <ac:spMk id="2" creationId="{82BA99F7-0AFB-7579-9B58-C2BEEBF88FD4}"/>
          </ac:spMkLst>
        </pc:spChg>
        <pc:spChg chg="add del mod">
          <ac:chgData name="Zhenia Zgurovets" userId="7a046fa65e5ec5fd" providerId="Windows Live" clId="Web-{00000000-0000-0000-0000-000000000000}" dt="2026-09-21T07:16:38.867" v="58"/>
          <ac:spMkLst>
            <pc:docMk/>
            <pc:sldMk cId="4192773697" sldId="265"/>
            <ac:spMk id="3" creationId="{0200BD76-7502-E3EB-BD48-3169E4209875}"/>
          </ac:spMkLst>
        </pc:spChg>
        <pc:spChg chg="mod">
          <ac:chgData name="Zhenia Zgurovets" userId="7a046fa65e5ec5fd" providerId="Windows Live" clId="Web-{00000000-0000-0000-0000-000000000000}" dt="2026-09-21T07:16:48.133" v="60" actId="20577"/>
          <ac:spMkLst>
            <pc:docMk/>
            <pc:sldMk cId="4192773697" sldId="265"/>
            <ac:spMk id="4" creationId="{A8C2BF42-340A-F9C0-317C-5034EA2E291D}"/>
          </ac:spMkLst>
        </pc:spChg>
        <pc:spChg chg="add del mod">
          <ac:chgData name="Zhenia Zgurovets" userId="7a046fa65e5ec5fd" providerId="Windows Live" clId="Web-{00000000-0000-0000-0000-000000000000}" dt="2026-09-21T07:16:53.133" v="64"/>
          <ac:spMkLst>
            <pc:docMk/>
            <pc:sldMk cId="4192773697" sldId="265"/>
            <ac:spMk id="5" creationId="{1663CDE7-FEEF-EDA0-9CAC-A39F464201FF}"/>
          </ac:spMkLst>
        </pc:spChg>
      </pc:sldChg>
      <pc:sldChg chg="modSp">
        <pc:chgData name="Zhenia Zgurovets" userId="7a046fa65e5ec5fd" providerId="Windows Live" clId="Web-{00000000-0000-0000-0000-000000000000}" dt="2026-09-21T07:17:40.117" v="73" actId="20577"/>
        <pc:sldMkLst>
          <pc:docMk/>
          <pc:sldMk cId="1217668819" sldId="266"/>
        </pc:sldMkLst>
        <pc:spChg chg="mod">
          <ac:chgData name="Zhenia Zgurovets" userId="7a046fa65e5ec5fd" providerId="Windows Live" clId="Web-{00000000-0000-0000-0000-000000000000}" dt="2026-09-21T07:17:40.117" v="73" actId="20577"/>
          <ac:spMkLst>
            <pc:docMk/>
            <pc:sldMk cId="1217668819" sldId="266"/>
            <ac:spMk id="4" creationId="{A8C2BF42-340A-F9C0-317C-5034EA2E291D}"/>
          </ac:spMkLst>
        </pc:spChg>
      </pc:sldChg>
      <pc:sldChg chg="modSp">
        <pc:chgData name="Zhenia Zgurovets" userId="7a046fa65e5ec5fd" providerId="Windows Live" clId="Web-{00000000-0000-0000-0000-000000000000}" dt="2026-09-21T07:17:46.399" v="76" actId="20577"/>
        <pc:sldMkLst>
          <pc:docMk/>
          <pc:sldMk cId="3372756759" sldId="267"/>
        </pc:sldMkLst>
        <pc:spChg chg="mod">
          <ac:chgData name="Zhenia Zgurovets" userId="7a046fa65e5ec5fd" providerId="Windows Live" clId="Web-{00000000-0000-0000-0000-000000000000}" dt="2026-09-21T07:17:46.399" v="76" actId="20577"/>
          <ac:spMkLst>
            <pc:docMk/>
            <pc:sldMk cId="3372756759" sldId="267"/>
            <ac:spMk id="4" creationId="{A8C2BF42-340A-F9C0-317C-5034EA2E291D}"/>
          </ac:spMkLst>
        </pc:spChg>
      </pc:sldChg>
      <pc:sldChg chg="del">
        <pc:chgData name="Zhenia Zgurovets" userId="7a046fa65e5ec5fd" providerId="Windows Live" clId="Web-{00000000-0000-0000-0000-000000000000}" dt="2026-09-21T07:17:47.586" v="77"/>
        <pc:sldMkLst>
          <pc:docMk/>
          <pc:sldMk cId="3224404597" sldId="268"/>
        </pc:sldMkLst>
      </pc:sldChg>
      <pc:sldChg chg="del">
        <pc:chgData name="Zhenia Zgurovets" userId="7a046fa65e5ec5fd" providerId="Windows Live" clId="Web-{00000000-0000-0000-0000-000000000000}" dt="2026-09-21T07:17:49.414" v="78"/>
        <pc:sldMkLst>
          <pc:docMk/>
          <pc:sldMk cId="968476189" sldId="269"/>
        </pc:sldMkLst>
      </pc:sldChg>
      <pc:sldChg chg="add replId">
        <pc:chgData name="Zhenia Zgurovets" userId="7a046fa65e5ec5fd" providerId="Windows Live" clId="Web-{00000000-0000-0000-0000-000000000000}" dt="2026-09-21T07:17:00.680" v="65"/>
        <pc:sldMkLst>
          <pc:docMk/>
          <pc:sldMk cId="1446635389" sldId="270"/>
        </pc:sldMkLst>
      </pc:sldChg>
      <pc:sldChg chg="add replId">
        <pc:chgData name="Zhenia Zgurovets" userId="7a046fa65e5ec5fd" providerId="Windows Live" clId="Web-{00000000-0000-0000-0000-000000000000}" dt="2026-09-21T07:17:04.852" v="66"/>
        <pc:sldMkLst>
          <pc:docMk/>
          <pc:sldMk cId="621820866" sldId="271"/>
        </pc:sldMkLst>
      </pc:sldChg>
      <pc:sldChg chg="add replId">
        <pc:chgData name="Zhenia Zgurovets" userId="7a046fa65e5ec5fd" providerId="Windows Live" clId="Web-{00000000-0000-0000-0000-000000000000}" dt="2026-09-21T07:17:13.586" v="67"/>
        <pc:sldMkLst>
          <pc:docMk/>
          <pc:sldMk cId="3974521137" sldId="272"/>
        </pc:sldMkLst>
      </pc:sldChg>
      <pc:sldChg chg="modSp add replId">
        <pc:chgData name="Zhenia Zgurovets" userId="7a046fa65e5ec5fd" providerId="Windows Live" clId="Web-{00000000-0000-0000-0000-000000000000}" dt="2026-09-21T07:17:22.086" v="70" actId="20577"/>
        <pc:sldMkLst>
          <pc:docMk/>
          <pc:sldMk cId="124678410" sldId="273"/>
        </pc:sldMkLst>
        <pc:spChg chg="mod">
          <ac:chgData name="Zhenia Zgurovets" userId="7a046fa65e5ec5fd" providerId="Windows Live" clId="Web-{00000000-0000-0000-0000-000000000000}" dt="2026-09-21T07:17:22.086" v="70" actId="20577"/>
          <ac:spMkLst>
            <pc:docMk/>
            <pc:sldMk cId="124678410" sldId="273"/>
            <ac:spMk id="4" creationId="{998562A1-68E6-E255-1F01-64D7248618C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Great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is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thy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faithfulness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br>
              <a:rPr lang="en-US" sz="6000" b="1" dirty="0"/>
            </a:b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O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God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my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Father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;</a:t>
            </a:r>
            <a:endParaRPr lang="en-US" sz="72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There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is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no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shadow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br>
              <a:rPr lang="en-US" sz="6000" b="1" dirty="0"/>
            </a:b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of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turning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with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thee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.</a:t>
            </a:r>
            <a:endParaRPr lang="ru-RU" sz="7200" b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/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Thou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changest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not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br>
              <a:rPr lang="ru-RU" sz="7200" b="1" dirty="0">
                <a:ea typeface="+mj-lt"/>
                <a:cs typeface="+mj-lt"/>
              </a:rPr>
            </a:b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thy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compassions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they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fail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not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;</a:t>
            </a:r>
            <a:endParaRPr lang="en-US" sz="72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As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thou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hast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been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br>
              <a:rPr lang="ru-RU" sz="7200" b="1" dirty="0">
                <a:ea typeface="+mj-lt"/>
                <a:cs typeface="+mj-lt"/>
              </a:rPr>
            </a:b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thou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forever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wilt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be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.</a:t>
            </a:r>
            <a:endParaRPr lang="ru-RU" sz="7200" b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788203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Great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is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thy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faithfulness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,</a:t>
            </a:r>
            <a:endParaRPr lang="en-US" sz="7200" b="1" i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Great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is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thy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faithfulness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,</a:t>
            </a:r>
            <a:endParaRPr lang="ru-RU" sz="7200" b="1" i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Morning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by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morning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br>
              <a:rPr lang="ru-RU" sz="7200" b="1" i="1" dirty="0">
                <a:ea typeface="+mj-lt"/>
                <a:cs typeface="+mj-lt"/>
              </a:rPr>
            </a:b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new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mercies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I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see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.</a:t>
            </a:r>
            <a:endParaRPr lang="ru-RU" sz="7200" b="1" i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392567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/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All I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have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needed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br>
              <a:rPr lang="ru-RU" sz="7200" b="1" i="1" dirty="0">
                <a:ea typeface="+mj-lt"/>
                <a:cs typeface="+mj-lt"/>
              </a:rPr>
            </a:b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thy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hand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hast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provided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;</a:t>
            </a:r>
            <a:endParaRPr lang="en-US" sz="7200" b="1" i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Great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is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thy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faithfulness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,</a:t>
            </a:r>
          </a:p>
          <a:p>
            <a:pPr algn="ctr">
              <a:lnSpc>
                <a:spcPct val="100000"/>
              </a:lnSpc>
            </a:pP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Lord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unto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me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.</a:t>
            </a:r>
            <a:endParaRPr lang="en-US" sz="7200" b="1" i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578333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/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Summer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and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winter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and</a:t>
            </a:r>
            <a:endParaRPr lang="en-US" b="1" dirty="0" err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Springtime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and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harvest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,</a:t>
            </a:r>
            <a:endParaRPr lang="ru-RU" b="1" dirty="0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Sun,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moon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and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stars</a:t>
            </a:r>
            <a:endParaRPr lang="ru-RU" b="1" dirty="0" err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In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their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courses</a:t>
            </a:r>
            <a:r>
              <a:rPr lang="ru-RU" sz="7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dirty="0" err="1">
                <a:solidFill>
                  <a:schemeClr val="bg1"/>
                </a:solidFill>
                <a:ea typeface="+mj-lt"/>
                <a:cs typeface="+mj-lt"/>
              </a:rPr>
              <a:t>above</a:t>
            </a:r>
            <a:endParaRPr lang="ru-RU" b="1" dirty="0" err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82290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/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Join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with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all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nature</a:t>
            </a:r>
            <a:endParaRPr lang="en-US" b="1" dirty="0" err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In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manifold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witness</a:t>
            </a:r>
            <a:endParaRPr lang="ru-RU" b="1" dirty="0" err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To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Thy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great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faithfulness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,</a:t>
            </a:r>
            <a:endParaRPr lang="ru-RU" b="1" dirty="0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Mercy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and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love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.</a:t>
            </a:r>
            <a:endParaRPr lang="ru-RU" b="1" dirty="0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4192773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B7E34B-CC3C-2B5D-2A84-E69A6B367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04239E8-4C09-17F7-088A-ECF45F9B3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Great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is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thy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faithfulness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,</a:t>
            </a:r>
            <a:endParaRPr lang="en-US" sz="7200" b="1" i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Great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is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thy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faithfulness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,</a:t>
            </a:r>
            <a:endParaRPr lang="ru-RU" sz="7200" b="1" i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Morning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by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morning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br>
              <a:rPr lang="ru-RU" sz="7200" b="1" i="1" dirty="0">
                <a:ea typeface="+mj-lt"/>
                <a:cs typeface="+mj-lt"/>
              </a:rPr>
            </a:b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new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mercies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I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see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.</a:t>
            </a:r>
            <a:endParaRPr lang="ru-RU" sz="7200" b="1" i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446635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B34C21-E633-B72F-7D31-0DBFEB424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7A7562B-D20B-F3A8-2AFB-054BC9160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/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All I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have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needed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br>
              <a:rPr lang="ru-RU" sz="7200" b="1" i="1" dirty="0">
                <a:ea typeface="+mj-lt"/>
                <a:cs typeface="+mj-lt"/>
              </a:rPr>
            </a:b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thy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hand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hast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provided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;</a:t>
            </a:r>
            <a:endParaRPr lang="en-US" sz="7200" b="1" i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Great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is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thy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faithfulness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,</a:t>
            </a:r>
          </a:p>
          <a:p>
            <a:pPr algn="ctr">
              <a:lnSpc>
                <a:spcPct val="100000"/>
              </a:lnSpc>
            </a:pP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Lord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unto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me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.</a:t>
            </a:r>
            <a:endParaRPr lang="en-US" sz="7200" b="1" i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974521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/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Pardon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for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sin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and</a:t>
            </a:r>
            <a:endParaRPr lang="en-US" b="1" dirty="0" err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A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peace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that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endureth</a:t>
            </a:r>
            <a:endParaRPr lang="ru-RU" b="1" dirty="0" err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Thine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own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dear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presence</a:t>
            </a:r>
            <a:endParaRPr lang="ru-RU" b="1" dirty="0" err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To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cheer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and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to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guide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;</a:t>
            </a:r>
            <a:endParaRPr lang="ru-RU" b="1" dirty="0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217668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/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Strength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for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today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and</a:t>
            </a:r>
            <a:endParaRPr lang="en-US" b="1" dirty="0" err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Bright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hope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for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tomorrow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,</a:t>
            </a:r>
            <a:endParaRPr lang="ru-RU" b="1" dirty="0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Blessings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all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mine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,</a:t>
            </a:r>
            <a:endParaRPr lang="ru-RU" b="1" dirty="0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With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ten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thousand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8000" b="1" dirty="0" err="1">
                <a:solidFill>
                  <a:schemeClr val="bg1"/>
                </a:solidFill>
                <a:ea typeface="+mj-lt"/>
                <a:cs typeface="+mj-lt"/>
              </a:rPr>
              <a:t>beside</a:t>
            </a:r>
            <a:r>
              <a:rPr lang="ru-RU" sz="8000" b="1" dirty="0">
                <a:solidFill>
                  <a:schemeClr val="bg1"/>
                </a:solidFill>
                <a:ea typeface="+mj-lt"/>
                <a:cs typeface="+mj-lt"/>
              </a:rPr>
              <a:t>!</a:t>
            </a:r>
            <a:endParaRPr lang="ru-RU" b="1" dirty="0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372756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F8293A-07AC-382A-5D63-7D636212A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D1866CE-B1A5-DEC3-836C-E6711233A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Great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is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thy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faithfulness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,</a:t>
            </a:r>
            <a:endParaRPr lang="en-US" sz="7200" b="1" i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Great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is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thy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faithfulness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,</a:t>
            </a:r>
            <a:endParaRPr lang="ru-RU" sz="7200" b="1" i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Morning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by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morning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br>
              <a:rPr lang="ru-RU" sz="7200" b="1" i="1" dirty="0">
                <a:ea typeface="+mj-lt"/>
                <a:cs typeface="+mj-lt"/>
              </a:rPr>
            </a:b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new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mercies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I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see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.</a:t>
            </a:r>
            <a:endParaRPr lang="ru-RU" sz="7200" b="1" i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621820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8DED93-C2C9-F417-C1FE-10237679B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98562A1-68E6-E255-1F01-64D724861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/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All I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have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needed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br>
              <a:rPr lang="ru-RU" sz="7200" b="1" i="1" dirty="0">
                <a:ea typeface="+mj-lt"/>
                <a:cs typeface="+mj-lt"/>
              </a:rPr>
            </a:b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thy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hand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hast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provided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;</a:t>
            </a:r>
            <a:endParaRPr lang="en-US" sz="7200" b="1" i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Great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is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thy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faithfulness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,</a:t>
            </a:r>
          </a:p>
          <a:p>
            <a:pPr algn="ctr">
              <a:lnSpc>
                <a:spcPct val="100000"/>
              </a:lnSpc>
            </a:pP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Lord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unto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me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.</a:t>
            </a:r>
            <a:b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</a:br>
            <a:r>
              <a:rPr lang="ru-RU" sz="7200" b="1" i="1" dirty="0">
                <a:solidFill>
                  <a:schemeClr val="bg1"/>
                </a:solidFill>
                <a:ea typeface="Calibri Light"/>
                <a:cs typeface="Calibri Light"/>
              </a:rPr>
              <a:t>***</a:t>
            </a:r>
            <a:endParaRPr lang="en-US" sz="7200" b="1" i="1" dirty="0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246784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Тема Office</vt:lpstr>
      <vt:lpstr>Great is thy faithfulness,  O God, my Father; There is no shadow  of turning with thee.</vt:lpstr>
      <vt:lpstr>Thou changest not,  thy compassions, they fail not; As thou hast been,  thou forever wilt be.</vt:lpstr>
      <vt:lpstr>Great is thy faithfulness, Great is thy faithfulness, Morning by morning  new mercies I see.</vt:lpstr>
      <vt:lpstr>All I have needed  thy hand hast provided; Great is thy faithfulness, Lord unto me.</vt:lpstr>
      <vt:lpstr>Summer and winter and Springtime and harvest, Sun, moon and stars In their courses above</vt:lpstr>
      <vt:lpstr>Join with all nature In manifold witness To Thy great faithfulness, Mercy and love.</vt:lpstr>
      <vt:lpstr>Great is thy faithfulness, Great is thy faithfulness, Morning by morning  new mercies I see.</vt:lpstr>
      <vt:lpstr>All I have needed  thy hand hast provided; Great is thy faithfulness, Lord unto me.</vt:lpstr>
      <vt:lpstr>Pardon for sin and A peace that endureth Thine own dear presence To cheer and to guide;</vt:lpstr>
      <vt:lpstr>Strength for today and Bright hope for tomorrow, Blessings all mine, With ten thousand beside!</vt:lpstr>
      <vt:lpstr>Great is thy faithfulness, Great is thy faithfulness, Morning by morning  new mercies I see.</vt:lpstr>
      <vt:lpstr>All I have needed  thy hand hast provided; Great is thy faithfulness, Lord unto me. ***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/>
  <cp:revision>185</cp:revision>
  <dcterms:created xsi:type="dcterms:W3CDTF">2023-12-24T07:13:13Z</dcterms:created>
  <dcterms:modified xsi:type="dcterms:W3CDTF">2026-09-21T07:18:03Z</dcterms:modified>
</cp:coreProperties>
</file>