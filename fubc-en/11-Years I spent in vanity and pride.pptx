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I spent in vanity and pride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I spent in vanity and pride,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Caring not my Lord was crucified,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not it was for me He died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Calvary.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there was great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grace was free,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Pardon there was multiplied to 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my burdened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 found liberty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Calvary.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God's Word at last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sin I learned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 trembled at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 I'd spurned,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Till my guilty soul imploring turned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Calvary.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there was great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grace was free,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Pardon there was multiplied to 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my burdened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 found liberty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Calvary.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I've giv'n to Jesus ev'rything,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I gladly own Him as my King,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my raptured soul can only sing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Calvary.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there was great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grace was free,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Pardon there was multiplied to 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my burdened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 found liberty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Calvary.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the love that drew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salvation's plan!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the grace that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brought it down to man!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the mighty gulf that God did span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Calvary.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Mercy there was great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grace was free,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Pardon there was multiplied to me,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my burdened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 found liberty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Calvary.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2026-10-04T07:43:38Z</dcterms:created>
  <dcterms:modified xsi:type="dcterms:W3CDTF">2026-10-04T07:43:38Z</dcterms:modified>
</cp:coreProperties>
</file>