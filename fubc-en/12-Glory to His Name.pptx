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to His Name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at the cross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my Savior died,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where for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cleansing from sin I cried,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to my heart was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blood applied;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to his name!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to his name,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to his name;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to my heart was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blood applied;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to his name!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so wondrously saved from sin,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Jesus so sweetly abides within;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at the cross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he took me in;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to his name!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to his name,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to his name;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to my heart was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blood applied;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to his name!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Oh, precious fountain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saves from sin,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so glad I have entered in;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Jesus saves me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keeps me clean;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to his name!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to his name,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to his name;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to my heart was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blood applied;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to his name!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to this fountain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rich and sweet,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 thy poor soul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Savior's feet;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Plunge in today, and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made complete;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to his name!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to his name,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to his name;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to my heart was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blood applied;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 to his name!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2026-10-04T07:46:36Z</dcterms:created>
  <dcterms:modified xsi:type="dcterms:W3CDTF">2026-10-04T07:46:36Z</dcterms:modified>
</cp:coreProperties>
</file>