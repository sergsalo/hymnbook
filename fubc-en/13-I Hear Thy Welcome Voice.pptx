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Hear Thy Welcome Voice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hear Thy welcome voice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calls me, Lord, to Thee,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cleansing in Thy precious blood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flowed on Calvary.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coming, Lord!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now to Thee!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me, cleanse me in the blood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flowed on Calvary!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 coming weak and vile,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 dost my strength assure;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 dost my vileness fully cleanse,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 spotless all, and pure.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coming, Lord!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now to Thee!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me, cleanse me in the blood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flowed on Calvary!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’Tis Jesus calls me on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perfect faith and love,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perfect hope and peace and trust,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earth and Heav’n above.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coming, Lord!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now to Thee!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me, cleanse me in the blood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flowed on Calvary!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’Tis Jesus who confirms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blessèd work within,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adding grace to welcomed grace,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reigned the power of sin.</a:t>
            </a:r>
            <a:endParaRPr lang="en-US" sz="5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coming, Lord!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now to Thee!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me, cleanse me in the blood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flowed on Calvary!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 the witness gives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loyal hearts and free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every promise is fulfilled,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faith but brings the plea.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coming, Lord!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now to Thee!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me, cleanse me in the blood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flowed on Calvary!</a:t>
            </a:r>
            <a:endParaRPr lang="en-US" sz="5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hail! atoning blood!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hail! redeeming grace!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hail! the gift of Christ our Lord,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Strength and Righteousness.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coming, Lord!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now to Thee!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me, cleanse me in the blood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flowed on Calvary!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2026-10-04T07:52:04Z</dcterms:created>
  <dcterms:modified xsi:type="dcterms:W3CDTF">2026-10-04T07:52:04Z</dcterms:modified>
</cp:coreProperties>
</file>