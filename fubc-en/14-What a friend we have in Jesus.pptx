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friend we have in Jesus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friend we have in Jesus,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our sins and griefs to bear!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privilege to carry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to God in prayer!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what peace we often forfeit,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what needless pain we bear,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because we do not carry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to God in prayer.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we trials and temptations?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trouble anywhere?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should never be discouraged;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it to the Lord in prayer.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find a friend so faithful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will all our sorrows share?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knows our every weakness;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it to the Lord in prayer.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weak and heavy laden,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cumbered with a load of care?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Precious Savior, still our refuge;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it to the Lord in prayer.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thy friends despise, forsake thee?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it to the Lord in prayer!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his arms he'll take and shield thee;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 wilt find a solace there.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2026-10-04T07:59:41Z</dcterms:created>
  <dcterms:modified xsi:type="dcterms:W3CDTF">2026-10-04T07:59:41Z</dcterms:modified>
</cp:coreProperties>
</file>