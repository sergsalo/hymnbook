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 · rows:2,1,1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 · rows:2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 · rows:1,2,2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 · rows:2,1,1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 · rows:2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 · rows:2,2,2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 · rows:2,1,1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 · rows:2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 · rows:2,2,2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 · rows:2,1,1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 · rows:2,1,1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Bless The Lord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(10,000 Reasons)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Bless the Lord, Oh my soul.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 - my soul. Worship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holy name.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 like never before, Oh my soul.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I’ll worship Your holy name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sun comes up, it’s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day dawning;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time to sing Your song again.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Whatever may pass, and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whatever lies before me,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me be singing when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evening comes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Bless the Lord, Oh my soul.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 - my soul. Worship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holy name.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 like never before, Oh my soul.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I’ll worship Your holy name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You’re rich in love and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You’re slow to anger.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You’re name is Great,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You’re heart is kind.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all Your goodness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keep on singing;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thousand reasons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my heart to find.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Bless the Lord, Oh my soul.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 - my soul. Worship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holy name.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 like never before, Oh my soul.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I’ll worship Your holy name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on that day when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strength is failing,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draws near,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my time has come,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my soul will sing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praise unending: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thousand years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then forevermore!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Bless the Lord, Oh my soul.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 - my soul. Worship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holy name.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 like never before, Oh my soul.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I’ll worship Your holy name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Bless the Lord, Oh my soul.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 - my soul. Worship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holy name.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 like never before, Oh my soul.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I’ll worship Your holy name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I’ll worship Your holy name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Lord I’ll worship Your holy name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2026-10-07T18:03:26Z</dcterms:created>
  <dcterms:modified xsi:type="dcterms:W3CDTF">2026-10-07T18:03:26Z</dcterms:modified>
</cp:coreProperties>
</file>