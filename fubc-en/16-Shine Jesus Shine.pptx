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1/2 · rows:2,2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2/2 · rows:2,2,1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1/2 · rows:2,2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2/2 · rows:2,2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1/2 · rows:2,2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2/2 · rows:2,2,1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1/2 · rows:2,2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2/2 · rows:2,2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1/2 · rows:2,1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2/2 · rows:1,2,1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1/2 · rows:2,2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2/2 · rows:2,2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Shine Jesus Shine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Lord, the light of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love is shining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the midst of the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darkness, shining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Jesus, Light of the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world, shine upon us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us free by the truth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now bring us.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Shine on me, shine on me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Shine, Jesus, shine, fill this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 with the Father’s glory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Blaze, Spirit, blaze,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our hearts on fire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Flow, river, flow, flood the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nations with grace and mercy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 forth your word,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Lord, and let there be light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Lord, I come to your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awesome presence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the shadows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into your radiance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the blood I may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 your brightness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me, try me,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consume all my darkness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Shine on me, shine on me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Shine, Jesus, shine, fill this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 with the Father’s glory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Blaze, Spirit, blaze,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our hearts on fire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Flow, river, flow, flood the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nations with grace and mercy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 forth your word,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Lord, and let there be light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we gaze on your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kingly brightness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our faces display your likeness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 changing from glory to glory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Mirrored here may our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lives tell your story.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Shine on me, shine on me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Shine, Jesus, shine, fill this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 with the Father’s glory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Blaze, Spirit, blaze,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our hearts on fire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Flow, river, flow, flood the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nations with grace and mercy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 forth your word,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Lord, and let there be light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2026-10-07T18:08:20Z</dcterms:created>
  <dcterms:modified xsi:type="dcterms:W3CDTF">2026-10-07T18:08:20Z</dcterms:modified>
</cp:coreProperties>
</file>