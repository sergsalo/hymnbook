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Rejoice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Rejoice in the Lord now and always,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 it again we rejoice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Delight in the love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has shown us,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Gratefully lift up your voice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gentleness among us,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join our hearts with praise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gather in His goodness,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family of grace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each breath He's given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Praise the Lord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these times we live in,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praise the Lord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out ev'ry season I am sure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ev'ry reason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praise the Lord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Rejoice and be anxious for nothing,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Praying for all that you need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with a song of thanksgiving,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 your requests at His feet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peace will fall upon us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guard our hearts and minds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Christ who reigns eternal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Shepherd of our lives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each breath He's given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Praise the Lord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these times we live in,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praise the Lord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out ev'ry season I am sure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ev'ry reason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praise the Lord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Rejoice in the Lord now and always,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of the good He has done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Worship the Lord to remember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 joy yet to come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hope that burns within us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dark cannot destroy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praise that's never ending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say again rejoice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each breath He's given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Praise the Lord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these times we live in,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praise the Lord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out ev'ry season I am sure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ev'ry reason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praise the Lord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each breath He's given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Praise the Lord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these times we live in,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praise the Lord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out ev'ry season I am sure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ev'ry reason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praise the Lord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2026-10-07T18:15:57Z</dcterms:created>
  <dcterms:modified xsi:type="dcterms:W3CDTF">2026-10-07T18:15:57Z</dcterms:modified>
</cp:coreProperties>
</file>