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2/4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3/4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4/4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2/4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3/4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4/4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Powers</a:t>
            </a:r>
            <a:endParaRPr lang="en-US" sz="5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powers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kings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nature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all created things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 ○ ○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wisdom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all the ways of man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were here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the world began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 ○ ○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kingdoms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thrones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wonders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world has ever known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● ○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wealth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treasures of the earth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There’s no way to measure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You're worth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○ ●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Crucified, laid behind the stone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lived to die, rejected and alone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a rose, trampled on the ground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took the fall, 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thought of me above all</a:t>
            </a:r>
            <a:endParaRPr lang="en-US" sz="4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powers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kings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nature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all created things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 ○ ○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wisdom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all the ways of man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were here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the world began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 ○ ○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kingdoms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thrones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wonders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world has ever known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● ○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wealth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treasures of the earth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There’s no way to measure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You're worth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○ ○ ●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Crucified, laid behind the stone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lived to die, rejected and alone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a rose, trampled on the ground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took the fall, 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thought of me above all</a:t>
            </a:r>
            <a:endParaRPr lang="en-US" sz="4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Crucified, laid behind the stone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lived to die, rejected and alone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a rose, trampled on the ground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took the fall, </a:t>
            </a: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thought of me above all</a:t>
            </a:r>
            <a:endParaRPr lang="en-US" sz="4700" dirty="0"/>
          </a:p>
          <a:p>
            <a:pPr algn="ctr" indent="0" marL="0">
              <a:buNone/>
            </a:pPr>
            <a:endParaRPr lang="en-US" sz="4700" dirty="0"/>
          </a:p>
          <a:p>
            <a:pPr algn="ctr" indent="0" marL="0">
              <a:buNone/>
            </a:pPr>
            <a:r>
              <a:rPr lang="en-US" sz="4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2026-09-22T04:52:30Z</dcterms:created>
  <dcterms:modified xsi:type="dcterms:W3CDTF">2026-09-22T04:52:30Z</dcterms:modified>
</cp:coreProperties>
</file>