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All Powers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all powers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all kings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all nature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all created things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all wisdom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all the ways of man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were here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world began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all kingdoms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all thrones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all wonders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world has ever known</a:t>
            </a:r>
            <a:endParaRPr lang="en-US"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all wealth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treasures of the earth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There’s no way to measure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You're worth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Crucified, laid behind the stone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lived to die, rejected and alone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 rose, trampled on the ground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took the fall, and thought of me above all</a:t>
            </a:r>
            <a:endParaRPr lang="en-US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all powers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all kings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all nature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all created things</a:t>
            </a:r>
            <a:endParaRPr lang="en-US" sz="4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all wisdom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all the ways of man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were here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world began</a:t>
            </a:r>
            <a:endParaRPr lang="en-US" sz="4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all kingdoms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all thrones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all wonders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world has ever known</a:t>
            </a:r>
            <a:endParaRPr 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all wealth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treasures of the earth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There’s no way to measure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You're worth</a:t>
            </a:r>
            <a:endParaRPr lang="en-US" sz="4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Crucified, laid behind the stone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lived to die, rejected and alone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 rose, trampled on the ground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took the fall, and thought of me above all</a:t>
            </a:r>
            <a:endParaRPr lang="en-US" sz="4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Crucified, laid behind the stone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lived to die, rejected and alone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 rose, trampled on the ground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took the fall, and thought of me above all</a:t>
            </a:r>
            <a:endParaRPr lang="en-US" sz="4800" dirty="0"/>
          </a:p>
          <a:p>
            <a:pPr algn="ctr" indent="0" marL="0">
              <a:buNone/>
            </a:pP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4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2026-09-20T07:48:08Z</dcterms:created>
  <dcterms:modified xsi:type="dcterms:W3CDTF">2026-09-20T07:48:08Z</dcterms:modified>
</cp:coreProperties>
</file>