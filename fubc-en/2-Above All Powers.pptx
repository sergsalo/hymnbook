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powers, above all kings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 and all created things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 and all the ways of man.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 before the world began.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kingdoms, above all thrones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 the world has ever known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 and treasures of the earth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 what you're worth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powers, above all kings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 and all created things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 and all the ways of man.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 before the world began.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kingdoms, above all thrones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 the world has ever known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 and treasures of the earth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 what you're worth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2026-09-19T20:19:23Z</dcterms:created>
  <dcterms:modified xsi:type="dcterms:W3CDTF">2026-09-19T20:19:23Z</dcterms:modified>
</cp:coreProperties>
</file>