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powers, above all kings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 and all created things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 and all the ways of man.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 before the world began.</a:t>
            </a:r>
            <a:endParaRPr lang="en-US" sz="4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kingdoms, above all thrones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 the world has ever known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 and treasures of the earth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 what you're worth</a:t>
            </a:r>
            <a:endParaRPr lang="en-US" sz="4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powers, above all kings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nature and all created things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wisdom and all the ways of man.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were here before the world began.</a:t>
            </a:r>
            <a:endParaRPr lang="en-US" sz="4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kingdoms, above all thrones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wonders the world has ever known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Above all wealth and treasures of the earth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There’s no way to measure what you're worth</a:t>
            </a:r>
            <a:endParaRPr lang="en-US" sz="4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CRUCIFIED, laid behind the stone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lived to die, rejected and alone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Like a rose, trampled on the ground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took the fall, and thought of me above all</a:t>
            </a:r>
            <a:endParaRPr lang="en-US" sz="4000" dirty="0"/>
          </a:p>
          <a:p>
            <a:pPr algn="ctr" indent="0" marL="0">
              <a:buNone/>
            </a:pPr>
            <a:r>
              <a:rPr lang="en-US" sz="40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2026-09-18T17:18:20Z</dcterms:created>
  <dcterms:modified xsi:type="dcterms:W3CDTF">2026-09-18T17:18:20Z</dcterms:modified>
</cp:coreProperties>
</file>