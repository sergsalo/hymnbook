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3/4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4/4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3/4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4/4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</a:t>
            </a:r>
            <a:endParaRPr lang="en-US" sz="5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nature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all created things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wisdom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all the ways of man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were here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world began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kingdoms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thrones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wonders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world has ever known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wealth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treasures of the earth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There’s no way to measure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You're worth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and thought of me above all</a:t>
            </a:r>
            <a:endParaRPr lang="en-US" sz="5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nature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all created things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wisdom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all the ways of man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were here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world began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kingdoms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thrones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wonders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world has ever known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wealth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treasures of the earth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There’s no way to measure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You're worth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and thought of me above all</a:t>
            </a:r>
            <a:endParaRPr lang="en-US" sz="5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and thought of me above all</a:t>
            </a:r>
            <a:endParaRPr lang="en-US" sz="5000" dirty="0"/>
          </a:p>
          <a:p>
            <a:pPr algn="ctr" indent="0" marL="0">
              <a:buNone/>
            </a:pP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5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2026-09-21T05:38:26Z</dcterms:created>
  <dcterms:modified xsi:type="dcterms:W3CDTF">2026-09-21T05:38:26Z</dcterms:modified>
</cp:coreProperties>
</file>