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for Us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won't fear the battle,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won’t fear the night.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walk the valley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You by our side.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go before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lead the way.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found a refuge,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You can save.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stumble,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fall,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turn back,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Your love is sure.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abandon,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forsake.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carry me with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never-ending grace.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can separate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love.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 can separate us,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love.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2026-09-20T07:50:45Z</dcterms:created>
  <dcterms:modified xsi:type="dcterms:W3CDTF">2026-09-20T07:50:45Z</dcterms:modified>
</cp:coreProperties>
</file>