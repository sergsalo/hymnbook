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won't fear the battle, we won’t fear the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walk the valley with You by our side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before us, You will lead the way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found a refuge, only You can save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a strong and mighty fortress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if our 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stumble, even when I fall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turn back, still Your love is sure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abandon, You will not forsake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carry me with never-ending grace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a strong and mighty fortress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if our 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a strong and mighty fortress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if our God is for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2026-09-19T20:19:25Z</dcterms:created>
  <dcterms:modified xsi:type="dcterms:W3CDTF">2026-09-19T20:19:25Z</dcterms:modified>
</cp:coreProperties>
</file>