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won't fear the battle, we won’t fear the night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walk the valley with You by our side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go before us, You will lead the way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found a refuge, only You can save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with joy now: our God is for us.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Father's love is a strong and mighty fortress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voice now, no love is greater.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stand against us if our God is for us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I stumble, even when I fall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I turn back, still Your love is sure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not abandon, You will not forsake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carry me with never-ending grace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with joy now: our God is for us.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Father's love is a strong and mighty fortress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voice now, no love is greater.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stand against us if our God is for us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height nor depth can separate us,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 and death will not defeat us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who gave His son to free us,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me in His love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height nor depth can separate us,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 and death will not defeat us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who gave His son to free us,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me in His love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with joy now: our God is for us.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Father's love is a strong and mighty fortress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voice now, no love is greater.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stand against us if our God is for us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2026-09-18T16:46:14Z</dcterms:created>
  <dcterms:modified xsi:type="dcterms:W3CDTF">2026-09-18T16:46:14Z</dcterms:modified>
</cp:coreProperties>
</file>