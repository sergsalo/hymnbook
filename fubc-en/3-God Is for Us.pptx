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for Us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won't fear the battle,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won’t fear the night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walk the valley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You by our side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go before us,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lead the way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found a refuge,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You can save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stumble,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fall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turn back,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Your love is sure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not abandon,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not forsake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carry me with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never-ending grace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</a:t>
            </a:r>
            <a:endParaRPr lang="en-US" sz="4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height nor depth can separate us,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 and death will not defeat us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who gave His son to free us,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me in His love</a:t>
            </a:r>
            <a:endParaRPr lang="en-US" sz="4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height nor depth can separate us,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 and death will not defeat us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who gave His son to free us,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me in His love</a:t>
            </a:r>
            <a:endParaRPr lang="en-US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</a:t>
            </a:r>
            <a:endParaRPr lang="en-US" sz="4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2026-09-20T00:35:17Z</dcterms:created>
  <dcterms:modified xsi:type="dcterms:W3CDTF">2026-09-20T00:35:17Z</dcterms:modified>
</cp:coreProperties>
</file>