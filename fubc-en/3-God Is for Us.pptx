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 · 1/1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1/2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 · 2/2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for Us</a:t>
            </a:r>
            <a:endParaRPr lang="en-US" sz="5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won't fear the battle,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won’t fear the night.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will walk the valley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You by our side.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go before us,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lead the way.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found a refuge,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You can save.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God is for us.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and mighty fortress.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love is greater.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our God is for us?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stumble,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fall,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when I turn back,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Your love is sure.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not abandon,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not forsake.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will carry me with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never-ending grace.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God is for us.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and mighty fortress.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love is greater.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our God is for us?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height nor depth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separate us,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 and death will not defeat us.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who gave His son to free us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me in His love.</a:t>
            </a:r>
            <a:endParaRPr lang="en-US" sz="51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height nor depth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separate us,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 and death will not defeat us.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who gave His son to free us</a:t>
            </a:r>
            <a:endParaRPr lang="en-US" sz="5100" dirty="0"/>
          </a:p>
          <a:p>
            <a:pPr algn="ctr" indent="0" marL="0">
              <a:buNone/>
            </a:pPr>
            <a:r>
              <a:rPr lang="en-US" sz="5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me in His love.</a:t>
            </a:r>
            <a:endParaRPr lang="en-US" sz="51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 with joy now: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God is for us.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Father's love is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strong and mighty fortress.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○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 your voice now,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love is greater.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can stand against us</a:t>
            </a: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our God is for us?</a:t>
            </a:r>
            <a:endParaRPr lang="en-US" sz="5400" dirty="0"/>
          </a:p>
          <a:p>
            <a:pPr algn="ctr" indent="0" marL="0">
              <a:buNone/>
            </a:pPr>
            <a:endParaRPr lang="en-US" sz="5400" dirty="0"/>
          </a:p>
          <a:p>
            <a:pPr algn="ctr" indent="0" marL="0">
              <a:buNone/>
            </a:pPr>
            <a:r>
              <a:rPr lang="en-US" sz="54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9235440" y="61264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○ ●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2026-09-22T05:06:28Z</dcterms:created>
  <dcterms:modified xsi:type="dcterms:W3CDTF">2026-09-22T05:06:28Z</dcterms:modified>
</cp:coreProperties>
</file>