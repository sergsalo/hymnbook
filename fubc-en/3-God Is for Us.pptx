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for Us</a:t>
            </a:r>
            <a:endParaRPr lang="en-US" sz="5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won't fear the battle,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won’t fear the night.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walk the valley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You by our side.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before us,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lead the way.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found a refuge,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You can save.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stumble,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fall,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turn back,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Your love is sure.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abandon,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forsake.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carry me with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never-ending grace.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separate us,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separate us,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  <a:p>
            <a:pPr algn="ctr" indent="0" marL="0">
              <a:buNone/>
            </a:pP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2026-09-21T05:40:57Z</dcterms:created>
  <dcterms:modified xsi:type="dcterms:W3CDTF">2026-09-21T05:40:57Z</dcterms:modified>
</cp:coreProperties>
</file>