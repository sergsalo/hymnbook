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1/2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2/2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2/2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1/2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2/2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2/2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· 1/2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· 2/2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2/2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God Is Good All the Time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you're walkin, through the valley,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there are shadows all around,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not fear, He will guide you.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 will keep you safe and sound.</a:t>
            </a:r>
            <a:endParaRPr lang="en-US" sz="47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○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'Cause He has promised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never leave you, nor forsake you.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His Word is true.</a:t>
            </a:r>
            <a:endParaRPr lang="en-US" sz="47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●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God is good, all the time.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 put a song of praise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this heart of mine.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○</a:t>
            </a:r>
            <a:endParaRPr lang="en-US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God is good, all the time.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Through the darkest night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 light will shine.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God is good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God is good, all the time.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●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were sinners, so unworthy,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for us He chose to die.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Filled us with His Holy Spirit.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we stand and testify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○</a:t>
            </a:r>
            <a:endParaRPr lang="en-US" sz="2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His love is everlasting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His mercies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will never end.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●</a:t>
            </a:r>
            <a:endParaRPr lang="en-US" sz="2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God is good, all the time.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 put a song of praise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this heart of mine.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○</a:t>
            </a:r>
            <a:endParaRPr lang="en-US" sz="2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God is good, all the time.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Through the darkest night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 light will shine.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God is good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God is good, all the time.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●</a:t>
            </a:r>
            <a:endParaRPr lang="en-US" sz="2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you're walkin, through the valley,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there are shadows all around,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not fear, He will guide you.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 will keep you safe and sound.</a:t>
            </a:r>
            <a:endParaRPr lang="en-US" sz="47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○</a:t>
            </a:r>
            <a:endParaRPr lang="en-US" sz="2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'Cause He has promised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never leave you, nor forsake you.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His Word is true.</a:t>
            </a:r>
            <a:endParaRPr lang="en-US" sz="47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●</a:t>
            </a:r>
            <a:endParaRPr lang="en-US" sz="2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God is good, all the time.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 put a song of praise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this heart of mine.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○</a:t>
            </a:r>
            <a:endParaRPr lang="en-US" sz="2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God is good, all the time.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Through the darkest night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 light will shine.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God is good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God is good, all the time.</a:t>
            </a:r>
            <a:endParaRPr lang="en-US" sz="4800" dirty="0"/>
          </a:p>
          <a:p>
            <a:pPr algn="ctr" indent="0" marL="0">
              <a:buNone/>
            </a:pP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●</a:t>
            </a:r>
            <a:endParaRPr lang="en-US" sz="2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2026-09-22T05:07:06Z</dcterms:created>
  <dcterms:modified xsi:type="dcterms:W3CDTF">2026-09-22T05:07:06Z</dcterms:modified>
</cp:coreProperties>
</file>