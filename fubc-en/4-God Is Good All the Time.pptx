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you're walkin, through the valley,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there are shadows all around,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fear, He will guide you.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will keep you safe and sound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'Cause He has promised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never leave you nor forsake you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His Word is true.</a:t>
            </a:r>
            <a:endParaRPr lang="en-US" sz="4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(God is good)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the time (all the time).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put a song of praise,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heart of mine.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(God is good)</a:t>
            </a:r>
            <a:endParaRPr lang="en-US" sz="4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the time (all the time).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the darkest night,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 light will shine.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(Yes He is),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(Yes He is), all the time.</a:t>
            </a:r>
            <a:endParaRPr lang="en-US" sz="4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were sinners, so unworthy,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for us He chose to die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Filled us with His Holy Spirit.</a:t>
            </a:r>
            <a:endParaRPr lang="en-US" sz="4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we stand and testify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His love is everlasting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His mercies they will never end.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(God is good)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the time (all the time).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put a song of praise,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heart of mine.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(God is good)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the time (all the time).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the darkest night,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 light will shine.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(Yes He is),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(Yes He is), all the time.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you're walkin, through the valley,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there are shadows all around,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fear, He will guide you.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will keep you safe and sound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'Cause He has promised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never leave you nor forsake you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His Word is true.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(God is good)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the time (all the time).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put a song of praise,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heart of mine.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(God is good)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the time (all the time).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the darkest night,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 light will shine.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(Yes He is),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(Yes He is), all the time.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2026-09-19T20:15:41Z</dcterms:created>
  <dcterms:modified xsi:type="dcterms:W3CDTF">2026-09-19T20:15:41Z</dcterms:modified>
</cp:coreProperties>
</file>