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All the Time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 nor forsake you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were sinners, so unworthy,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for us He chose to die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us with His Holy Spirit.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stand and testify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His love is everlasting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mercies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will never end.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 nor forsake you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2026-09-20T00:42:48Z</dcterms:created>
  <dcterms:modified xsi:type="dcterms:W3CDTF">2026-09-20T00:42:48Z</dcterms:modified>
</cp:coreProperties>
</file>