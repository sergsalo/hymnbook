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All the Time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walkin, through the valley,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there are shadows all around,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fear, He will guide you.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keep you safe and sound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'Cause He has promised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never leave you nor forsake you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His Word is true.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time (all the time).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put a song of praise,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heart of mine.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time (all the time).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darkest night,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light will shine.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(Yes He is),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(Yes He is), 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time.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were sinners, so unworthy,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for us He chose to die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us with His Holy Spirit.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we stand and testify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His love is everlasting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His mercies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will never end.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time (all the time).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put a song of praise,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heart of mine.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time (all the time).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darkest night,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light will shine.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(Yes He is),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(Yes He is), 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time.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walkin, through the valley,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there are shadows all around,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fear, He will guide you.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keep you safe and sound</a:t>
            </a:r>
            <a:endParaRPr lang="en-US" sz="4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'Cause He has promised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never leave you nor forsake you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His Word is true.</a:t>
            </a:r>
            <a:endParaRPr lang="en-US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time (all the time).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put a song of praise,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heart of mine.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time (all the time).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darkest night,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light will shine.</a:t>
            </a:r>
            <a:endParaRPr lang="en-US" sz="4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(Yes He is),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(Yes He is), 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time.</a:t>
            </a:r>
            <a:endParaRPr lang="en-US" sz="4800" dirty="0"/>
          </a:p>
          <a:p>
            <a:pPr algn="ctr" indent="0" marL="0">
              <a:buNone/>
            </a:pP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2026-09-20T00:43:28Z</dcterms:created>
  <dcterms:modified xsi:type="dcterms:W3CDTF">2026-09-20T00:43:28Z</dcterms:modified>
</cp:coreProperties>
</file>