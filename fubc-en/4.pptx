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you're walkin, through the valley, and there are shadows all around,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fear, He will guide you. He will keep you safe and sound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'Cause He has promised to never leave you nor forsake you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His Word is true.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(God is good) all the time (all the time).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put a song of praise, in this heart of mine.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(God is good) all the time (all the time).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the darkest night, His light will shine.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(Yes He is), God is good (Yes He is), all the time.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were sinners, so unworthy, still for us He chose to die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us with His Holy Spirit. Now we stand and testify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His love is everlasting and His mercies they will never end.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(God is good) all the time (all the time).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put a song of praise, in this heart of mine.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(God is good) all the time (all the time).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the darkest night, His light will shine.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(Yes He is), God is good (Yes He is), all the time.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you're walkin, through the valley, and there are shadows all around,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fear, He will guide you. He will keep you safe and sound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'Cause He has promised to never leave you nor forsake you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His Word is true.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(God is good) all the time (all the time).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put a song of praise, in this heart of mine.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(God is good) all the time (all the time).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the darkest night, His light will shine.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good (Yes He is), God is good (Yes He is), all the time.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2026-09-18T16:47:18Z</dcterms:created>
  <dcterms:modified xsi:type="dcterms:W3CDTF">2026-09-18T16:47:18Z</dcterms:modified>
</cp:coreProperties>
</file>