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 Not In What I Own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 not in what I own,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 the strength of flesh and bone.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But in the costly wounds of love,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 at the cross.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is not in skill or name,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win or lose, in pride or shame.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in the blood of Christ that flowed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 at the cross.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Wellspring of my soul.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summer flowers we fade and die.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Fame, youth and beauty hurry by.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life eternal calls to us, at the cross.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not boast in wealth or might,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human wisdom’s fleeting light.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 will boast in knowing Christ, at the cross.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Wellspring of my soul.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wonders here that I confess: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and my unworthiness.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value fixed – my ransom paid at the cross.</a:t>
            </a:r>
            <a:endParaRPr lang="en-US" sz="4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Wellspring of my soul.</a:t>
            </a:r>
            <a:endParaRPr lang="en-US" sz="4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Wellspring of my soul.</a:t>
            </a:r>
            <a:endParaRPr lang="en-US" sz="4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2026-09-20T00:45:46Z</dcterms:created>
  <dcterms:modified xsi:type="dcterms:W3CDTF">2026-09-20T00:45:46Z</dcterms:modified>
</cp:coreProperties>
</file>