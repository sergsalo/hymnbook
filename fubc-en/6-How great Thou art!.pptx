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Lord my God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in awesome wonder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all the works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 hands have made,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see the stars,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hear the rolling thunder,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 pow'r throughout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universe displayed!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thru the woods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forest glades I wander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hear the birds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sweetly in the trees,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look down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lofty mountain grandeur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hear the brook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feel the gentle breeze,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I think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God, His Son not sparing,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Him to die,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scarce can take it in -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on the cross,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burden gladly bearing,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bled and died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take away my sin!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Christ shall come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shout of acclamation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take me home,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joy shall fill my heart!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shall bow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humble adoration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there proclaim,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God, 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sings my soul,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Savior God, to Thee;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art,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great Thou art!</a:t>
            </a:r>
            <a:endParaRPr lang="en-US" sz="6000" dirty="0"/>
          </a:p>
          <a:p>
            <a:pPr algn="ctr" indent="0" marL="0">
              <a:buNone/>
            </a:pPr>
            <a:endParaRPr lang="en-US" sz="6000" dirty="0"/>
          </a:p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2026-09-24T06:59:36Z</dcterms:created>
  <dcterms:modified xsi:type="dcterms:W3CDTF">2026-09-24T06:59:36Z</dcterms:modified>
</cp:coreProperties>
</file>