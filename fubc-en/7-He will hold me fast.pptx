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will hold me fast</a:t>
            </a:r>
            <a:endParaRPr lang="en-US" sz="5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 fear my faith will fail, 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Christ will hold me fast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tempter would prevail, 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will hold me fast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could never keep my hold 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 life's fearful path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my love is often cold;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He must hold me fast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will hold me fast, 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will hold me fast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my Savior loves me so, 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will hold me fast</a:t>
            </a:r>
            <a:endParaRPr lang="en-US" sz="5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Those He saves are His delight, 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Christ will hold me fast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Precious in His holy sight, 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will hold me fast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He'll not let my soul be lost; 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 promises shall last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Bought by Him at such a cost, 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will hold me fast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will hold me fast, 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will hold me fast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my Savior loves me so, 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will hold me fast</a:t>
            </a:r>
            <a:endParaRPr lang="en-US" sz="5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my life He bled and died, 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Christ will hold me fast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Justice has been satisfied; 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will hold me fast 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Raised with Him to endless life, 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will hold me fast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'Til our faith is turned to sight, 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He comes at last!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will hold me fast, 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will hold me fast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my Savior loves me so, 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will hold me fast</a:t>
            </a:r>
            <a:endParaRPr lang="en-US" sz="5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will hold me fast, 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will hold me fast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my Savior loves me so! 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my Savior loves me so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will hold me fast</a:t>
            </a:r>
            <a:endParaRPr lang="en-US" sz="5400" dirty="0"/>
          </a:p>
          <a:p>
            <a:pPr algn="ctr" indent="0" marL="0">
              <a:buNone/>
            </a:pPr>
            <a:endParaRPr lang="en-US" sz="5400" dirty="0"/>
          </a:p>
          <a:p>
            <a:pPr algn="ctr" indent="0" marL="0">
              <a:buNone/>
            </a:pPr>
            <a:r>
              <a:rPr lang="en-US" sz="5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5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2026-09-25T01:25:29Z</dcterms:created>
  <dcterms:modified xsi:type="dcterms:W3CDTF">2026-09-25T01:25:29Z</dcterms:modified>
</cp:coreProperties>
</file>