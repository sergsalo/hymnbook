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3B239-1820-B0A1-6810-AA9BB7BCD0B2}" v="69" dt="2025-04-06T15:37:38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gurovets Zhenia" userId="7a046fa65e5ec5fd" providerId="Windows Live" clId="Web-{9AAF9008-9338-4AA7-9568-FFEB70064AC6}"/>
    <pc:docChg chg="addSld delSld modSld">
      <pc:chgData name="Zgurovets Zhenia" userId="7a046fa65e5ec5fd" providerId="Windows Live" clId="Web-{9AAF9008-9338-4AA7-9568-FFEB70064AC6}" dt="2024-02-04T07:15:03.755" v="60" actId="20577"/>
      <pc:docMkLst>
        <pc:docMk/>
      </pc:docMkLst>
      <pc:sldChg chg="modSp">
        <pc:chgData name="Zgurovets Zhenia" userId="7a046fa65e5ec5fd" providerId="Windows Live" clId="Web-{9AAF9008-9338-4AA7-9568-FFEB70064AC6}" dt="2024-02-04T06:37:37.097" v="6" actId="20577"/>
        <pc:sldMkLst>
          <pc:docMk/>
          <pc:sldMk cId="1351651579" sldId="256"/>
        </pc:sldMkLst>
        <pc:spChg chg="mod">
          <ac:chgData name="Zgurovets Zhenia" userId="7a046fa65e5ec5fd" providerId="Windows Live" clId="Web-{9AAF9008-9338-4AA7-9568-FFEB70064AC6}" dt="2024-02-04T06:37:37.097" v="6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gurovets Zhenia" userId="7a046fa65e5ec5fd" providerId="Windows Live" clId="Web-{9AAF9008-9338-4AA7-9568-FFEB70064AC6}" dt="2024-02-04T06:37:58.723" v="13" actId="20577"/>
        <pc:sldMkLst>
          <pc:docMk/>
          <pc:sldMk cId="1788203937" sldId="257"/>
        </pc:sldMkLst>
        <pc:spChg chg="mod">
          <ac:chgData name="Zgurovets Zhenia" userId="7a046fa65e5ec5fd" providerId="Windows Live" clId="Web-{9AAF9008-9338-4AA7-9568-FFEB70064AC6}" dt="2024-02-04T06:37:58.723" v="13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addSp delSp modSp">
        <pc:chgData name="Zgurovets Zhenia" userId="7a046fa65e5ec5fd" providerId="Windows Live" clId="Web-{9AAF9008-9338-4AA7-9568-FFEB70064AC6}" dt="2024-02-04T06:40:10.774" v="36" actId="20577"/>
        <pc:sldMkLst>
          <pc:docMk/>
          <pc:sldMk cId="2392567507" sldId="258"/>
        </pc:sldMkLst>
        <pc:spChg chg="add del mod">
          <ac:chgData name="Zgurovets Zhenia" userId="7a046fa65e5ec5fd" providerId="Windows Live" clId="Web-{9AAF9008-9338-4AA7-9568-FFEB70064AC6}" dt="2024-02-04T06:38:04.129" v="17"/>
          <ac:spMkLst>
            <pc:docMk/>
            <pc:sldMk cId="2392567507" sldId="258"/>
            <ac:spMk id="2" creationId="{DCFCE3B0-3484-43BB-E649-61C0B9D6562E}"/>
          </ac:spMkLst>
        </pc:spChg>
        <pc:spChg chg="add del mod">
          <ac:chgData name="Zgurovets Zhenia" userId="7a046fa65e5ec5fd" providerId="Windows Live" clId="Web-{9AAF9008-9338-4AA7-9568-FFEB70064AC6}" dt="2024-02-04T06:38:09.723" v="21"/>
          <ac:spMkLst>
            <pc:docMk/>
            <pc:sldMk cId="2392567507" sldId="258"/>
            <ac:spMk id="3" creationId="{FCA412BC-5A56-CE0A-8BE0-5545C9C85EE6}"/>
          </ac:spMkLst>
        </pc:spChg>
        <pc:spChg chg="mod">
          <ac:chgData name="Zgurovets Zhenia" userId="7a046fa65e5ec5fd" providerId="Windows Live" clId="Web-{9AAF9008-9338-4AA7-9568-FFEB70064AC6}" dt="2024-02-04T06:40:10.774" v="36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gurovets Zhenia" userId="7a046fa65e5ec5fd" providerId="Windows Live" clId="Web-{9AAF9008-9338-4AA7-9568-FFEB70064AC6}" dt="2024-02-04T06:41:29.480" v="58" actId="20577"/>
        <pc:sldMkLst>
          <pc:docMk/>
          <pc:sldMk cId="282290349" sldId="259"/>
        </pc:sldMkLst>
        <pc:spChg chg="mod">
          <ac:chgData name="Zgurovets Zhenia" userId="7a046fa65e5ec5fd" providerId="Windows Live" clId="Web-{9AAF9008-9338-4AA7-9568-FFEB70064AC6}" dt="2024-02-04T06:41:29.480" v="58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del">
        <pc:chgData name="Zgurovets Zhenia" userId="7a046fa65e5ec5fd" providerId="Windows Live" clId="Web-{9AAF9008-9338-4AA7-9568-FFEB70064AC6}" dt="2024-02-04T06:38:25.317" v="27"/>
        <pc:sldMkLst>
          <pc:docMk/>
          <pc:sldMk cId="4199473953" sldId="260"/>
        </pc:sldMkLst>
      </pc:sldChg>
      <pc:sldChg chg="del">
        <pc:chgData name="Zgurovets Zhenia" userId="7a046fa65e5ec5fd" providerId="Windows Live" clId="Web-{9AAF9008-9338-4AA7-9568-FFEB70064AC6}" dt="2024-02-04T06:38:25.317" v="26"/>
        <pc:sldMkLst>
          <pc:docMk/>
          <pc:sldMk cId="3436537285" sldId="261"/>
        </pc:sldMkLst>
      </pc:sldChg>
      <pc:sldChg chg="del">
        <pc:chgData name="Zgurovets Zhenia" userId="7a046fa65e5ec5fd" providerId="Windows Live" clId="Web-{9AAF9008-9338-4AA7-9568-FFEB70064AC6}" dt="2024-02-04T06:38:25.317" v="25"/>
        <pc:sldMkLst>
          <pc:docMk/>
          <pc:sldMk cId="2546351903" sldId="262"/>
        </pc:sldMkLst>
      </pc:sldChg>
      <pc:sldChg chg="del">
        <pc:chgData name="Zgurovets Zhenia" userId="7a046fa65e5ec5fd" providerId="Windows Live" clId="Web-{9AAF9008-9338-4AA7-9568-FFEB70064AC6}" dt="2024-02-04T06:38:25.317" v="24"/>
        <pc:sldMkLst>
          <pc:docMk/>
          <pc:sldMk cId="1999009126" sldId="263"/>
        </pc:sldMkLst>
      </pc:sldChg>
      <pc:sldChg chg="add replId">
        <pc:chgData name="Zgurovets Zhenia" userId="7a046fa65e5ec5fd" providerId="Windows Live" clId="Web-{9AAF9008-9338-4AA7-9568-FFEB70064AC6}" dt="2024-02-04T06:38:16.551" v="22"/>
        <pc:sldMkLst>
          <pc:docMk/>
          <pc:sldMk cId="578333483" sldId="264"/>
        </pc:sldMkLst>
      </pc:sldChg>
      <pc:sldChg chg="modSp add replId">
        <pc:chgData name="Zgurovets Zhenia" userId="7a046fa65e5ec5fd" providerId="Windows Live" clId="Web-{9AAF9008-9338-4AA7-9568-FFEB70064AC6}" dt="2024-02-04T07:15:03.755" v="60" actId="20577"/>
        <pc:sldMkLst>
          <pc:docMk/>
          <pc:sldMk cId="4192773697" sldId="265"/>
        </pc:sldMkLst>
        <pc:spChg chg="mod">
          <ac:chgData name="Zgurovets Zhenia" userId="7a046fa65e5ec5fd" providerId="Windows Live" clId="Web-{9AAF9008-9338-4AA7-9568-FFEB70064AC6}" dt="2024-02-04T07:15:03.755" v="60" actId="20577"/>
          <ac:spMkLst>
            <pc:docMk/>
            <pc:sldMk cId="4192773697" sldId="265"/>
            <ac:spMk id="4" creationId="{A8C2BF42-340A-F9C0-317C-5034EA2E291D}"/>
          </ac:spMkLst>
        </pc:spChg>
      </pc:sldChg>
    </pc:docChg>
  </pc:docChgLst>
  <pc:docChgLst>
    <pc:chgData name="Zhenia Zgurovets" userId="7a046fa65e5ec5fd" providerId="Windows Live" clId="Web-{7C3403A2-F26D-1F56-F3BD-981135C44838}"/>
    <pc:docChg chg="addSld modSld">
      <pc:chgData name="Zhenia Zgurovets" userId="7a046fa65e5ec5fd" providerId="Windows Live" clId="Web-{7C3403A2-F26D-1F56-F3BD-981135C44838}" dt="2024-06-30T09:57:46.205" v="29"/>
      <pc:docMkLst>
        <pc:docMk/>
      </pc:docMkLst>
      <pc:sldChg chg="modSp">
        <pc:chgData name="Zhenia Zgurovets" userId="7a046fa65e5ec5fd" providerId="Windows Live" clId="Web-{7C3403A2-F26D-1F56-F3BD-981135C44838}" dt="2024-06-30T09:56:59.233" v="0" actId="20577"/>
        <pc:sldMkLst>
          <pc:docMk/>
          <pc:sldMk cId="1351651579" sldId="256"/>
        </pc:sldMkLst>
        <pc:spChg chg="mod">
          <ac:chgData name="Zhenia Zgurovets" userId="7a046fa65e5ec5fd" providerId="Windows Live" clId="Web-{7C3403A2-F26D-1F56-F3BD-981135C44838}" dt="2024-06-30T09:56:59.233" v="0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7C3403A2-F26D-1F56-F3BD-981135C44838}" dt="2024-06-30T09:57:01.733" v="1" actId="20577"/>
        <pc:sldMkLst>
          <pc:docMk/>
          <pc:sldMk cId="1788203937" sldId="257"/>
        </pc:sldMkLst>
        <pc:spChg chg="mod">
          <ac:chgData name="Zhenia Zgurovets" userId="7a046fa65e5ec5fd" providerId="Windows Live" clId="Web-{7C3403A2-F26D-1F56-F3BD-981135C44838}" dt="2024-06-30T09:57:01.733" v="1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7C3403A2-F26D-1F56-F3BD-981135C44838}" dt="2024-06-30T09:57:04.186" v="3" actId="20577"/>
        <pc:sldMkLst>
          <pc:docMk/>
          <pc:sldMk cId="2392567507" sldId="258"/>
        </pc:sldMkLst>
        <pc:spChg chg="mod">
          <ac:chgData name="Zhenia Zgurovets" userId="7a046fa65e5ec5fd" providerId="Windows Live" clId="Web-{7C3403A2-F26D-1F56-F3BD-981135C44838}" dt="2024-06-30T09:57:04.186" v="3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7C3403A2-F26D-1F56-F3BD-981135C44838}" dt="2024-06-30T09:57:08.108" v="6" actId="20577"/>
        <pc:sldMkLst>
          <pc:docMk/>
          <pc:sldMk cId="282290349" sldId="259"/>
        </pc:sldMkLst>
        <pc:spChg chg="mod">
          <ac:chgData name="Zhenia Zgurovets" userId="7a046fa65e5ec5fd" providerId="Windows Live" clId="Web-{7C3403A2-F26D-1F56-F3BD-981135C44838}" dt="2024-06-30T09:57:08.108" v="6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7C3403A2-F26D-1F56-F3BD-981135C44838}" dt="2024-06-30T09:57:06.046" v="4" actId="20577"/>
        <pc:sldMkLst>
          <pc:docMk/>
          <pc:sldMk cId="578333483" sldId="264"/>
        </pc:sldMkLst>
        <pc:spChg chg="mod">
          <ac:chgData name="Zhenia Zgurovets" userId="7a046fa65e5ec5fd" providerId="Windows Live" clId="Web-{7C3403A2-F26D-1F56-F3BD-981135C44838}" dt="2024-06-30T09:57:06.046" v="4" actId="20577"/>
          <ac:spMkLst>
            <pc:docMk/>
            <pc:sldMk cId="578333483" sldId="264"/>
            <ac:spMk id="4" creationId="{A8C2BF42-340A-F9C0-317C-5034EA2E291D}"/>
          </ac:spMkLst>
        </pc:spChg>
      </pc:sldChg>
      <pc:sldChg chg="addSp delSp modSp">
        <pc:chgData name="Zhenia Zgurovets" userId="7a046fa65e5ec5fd" providerId="Windows Live" clId="Web-{7C3403A2-F26D-1F56-F3BD-981135C44838}" dt="2024-06-30T09:57:37.188" v="25"/>
        <pc:sldMkLst>
          <pc:docMk/>
          <pc:sldMk cId="4192773697" sldId="265"/>
        </pc:sldMkLst>
        <pc:spChg chg="add del mod">
          <ac:chgData name="Zhenia Zgurovets" userId="7a046fa65e5ec5fd" providerId="Windows Live" clId="Web-{7C3403A2-F26D-1F56-F3BD-981135C44838}" dt="2024-06-30T09:57:27.078" v="21"/>
          <ac:spMkLst>
            <pc:docMk/>
            <pc:sldMk cId="4192773697" sldId="265"/>
            <ac:spMk id="2" creationId="{8153A30F-DAA2-637E-A4AD-C13385DB36A4}"/>
          </ac:spMkLst>
        </pc:spChg>
        <pc:spChg chg="add del mod">
          <ac:chgData name="Zhenia Zgurovets" userId="7a046fa65e5ec5fd" providerId="Windows Live" clId="Web-{7C3403A2-F26D-1F56-F3BD-981135C44838}" dt="2024-06-30T09:57:37.188" v="25"/>
          <ac:spMkLst>
            <pc:docMk/>
            <pc:sldMk cId="4192773697" sldId="265"/>
            <ac:spMk id="3" creationId="{8C822D9A-80B2-993B-AE4B-6BD0FA11C240}"/>
          </ac:spMkLst>
        </pc:spChg>
        <pc:spChg chg="mod">
          <ac:chgData name="Zhenia Zgurovets" userId="7a046fa65e5ec5fd" providerId="Windows Live" clId="Web-{7C3403A2-F26D-1F56-F3BD-981135C44838}" dt="2024-06-30T09:57:10.530" v="7" actId="20577"/>
          <ac:spMkLst>
            <pc:docMk/>
            <pc:sldMk cId="4192773697" sldId="265"/>
            <ac:spMk id="4" creationId="{A8C2BF42-340A-F9C0-317C-5034EA2E291D}"/>
          </ac:spMkLst>
        </pc:spChg>
      </pc:sldChg>
      <pc:sldChg chg="add replId">
        <pc:chgData name="Zhenia Zgurovets" userId="7a046fa65e5ec5fd" providerId="Windows Live" clId="Web-{7C3403A2-F26D-1F56-F3BD-981135C44838}" dt="2024-06-30T09:57:43.345" v="26"/>
        <pc:sldMkLst>
          <pc:docMk/>
          <pc:sldMk cId="1217668819" sldId="266"/>
        </pc:sldMkLst>
      </pc:sldChg>
      <pc:sldChg chg="add replId">
        <pc:chgData name="Zhenia Zgurovets" userId="7a046fa65e5ec5fd" providerId="Windows Live" clId="Web-{7C3403A2-F26D-1F56-F3BD-981135C44838}" dt="2024-06-30T09:57:44.330" v="27"/>
        <pc:sldMkLst>
          <pc:docMk/>
          <pc:sldMk cId="3372756759" sldId="267"/>
        </pc:sldMkLst>
      </pc:sldChg>
      <pc:sldChg chg="add replId">
        <pc:chgData name="Zhenia Zgurovets" userId="7a046fa65e5ec5fd" providerId="Windows Live" clId="Web-{7C3403A2-F26D-1F56-F3BD-981135C44838}" dt="2024-06-30T09:57:45.517" v="28"/>
        <pc:sldMkLst>
          <pc:docMk/>
          <pc:sldMk cId="3224404597" sldId="268"/>
        </pc:sldMkLst>
      </pc:sldChg>
      <pc:sldChg chg="add replId">
        <pc:chgData name="Zhenia Zgurovets" userId="7a046fa65e5ec5fd" providerId="Windows Live" clId="Web-{7C3403A2-F26D-1F56-F3BD-981135C44838}" dt="2024-06-30T09:57:46.205" v="29"/>
        <pc:sldMkLst>
          <pc:docMk/>
          <pc:sldMk cId="968476189" sldId="269"/>
        </pc:sldMkLst>
      </pc:sldChg>
    </pc:docChg>
  </pc:docChgLst>
  <pc:docChgLst>
    <pc:chgData name="Zgurovets Zhenia" userId="7a046fa65e5ec5fd" providerId="Windows Live" clId="Web-{50C4F7E2-5499-4C7B-AA87-FFDC25A90B41}"/>
    <pc:docChg chg="addSld modSld">
      <pc:chgData name="Zgurovets Zhenia" userId="7a046fa65e5ec5fd" providerId="Windows Live" clId="Web-{50C4F7E2-5499-4C7B-AA87-FFDC25A90B41}" dt="2023-12-24T07:14:56.535" v="23"/>
      <pc:docMkLst>
        <pc:docMk/>
      </pc:docMkLst>
      <pc:sldChg chg="addSp delSp modSp mod setBg modClrScheme chgLayout">
        <pc:chgData name="Zgurovets Zhenia" userId="7a046fa65e5ec5fd" providerId="Windows Live" clId="Web-{50C4F7E2-5499-4C7B-AA87-FFDC25A90B41}" dt="2023-12-24T07:14:34.972" v="15" actId="20577"/>
        <pc:sldMkLst>
          <pc:docMk/>
          <pc:sldMk cId="1351651579" sldId="256"/>
        </pc:sldMkLst>
        <pc:spChg chg="del">
          <ac:chgData name="Zgurovets Zhenia" userId="7a046fa65e5ec5fd" providerId="Windows Live" clId="Web-{50C4F7E2-5499-4C7B-AA87-FFDC25A90B41}" dt="2023-12-24T07:13:18.861" v="1"/>
          <ac:spMkLst>
            <pc:docMk/>
            <pc:sldMk cId="1351651579" sldId="256"/>
            <ac:spMk id="2" creationId="{00000000-0000-0000-0000-000000000000}"/>
          </ac:spMkLst>
        </pc:spChg>
        <pc:spChg chg="del">
          <ac:chgData name="Zgurovets Zhenia" userId="7a046fa65e5ec5fd" providerId="Windows Live" clId="Web-{50C4F7E2-5499-4C7B-AA87-FFDC25A90B41}" dt="2023-12-24T07:13:18.845" v="0"/>
          <ac:spMkLst>
            <pc:docMk/>
            <pc:sldMk cId="1351651579" sldId="256"/>
            <ac:spMk id="3" creationId="{00000000-0000-0000-0000-000000000000}"/>
          </ac:spMkLst>
        </pc:spChg>
        <pc:spChg chg="add mod">
          <ac:chgData name="Zgurovets Zhenia" userId="7a046fa65e5ec5fd" providerId="Windows Live" clId="Web-{50C4F7E2-5499-4C7B-AA87-FFDC25A90B41}" dt="2023-12-24T07:14:34.972" v="15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 add replId">
        <pc:chgData name="Zgurovets Zhenia" userId="7a046fa65e5ec5fd" providerId="Windows Live" clId="Web-{50C4F7E2-5499-4C7B-AA87-FFDC25A90B41}" dt="2023-12-24T07:14:41.862" v="18" actId="20577"/>
        <pc:sldMkLst>
          <pc:docMk/>
          <pc:sldMk cId="873037244" sldId="257"/>
        </pc:sldMkLst>
        <pc:spChg chg="mod">
          <ac:chgData name="Zgurovets Zhenia" userId="7a046fa65e5ec5fd" providerId="Windows Live" clId="Web-{50C4F7E2-5499-4C7B-AA87-FFDC25A90B41}" dt="2023-12-24T07:14:41.862" v="18" actId="20577"/>
          <ac:spMkLst>
            <pc:docMk/>
            <pc:sldMk cId="873037244" sldId="257"/>
            <ac:spMk id="4" creationId="{41E0D092-0F61-4BA4-7A9D-09C9E8638432}"/>
          </ac:spMkLst>
        </pc:spChg>
      </pc:sldChg>
      <pc:sldChg chg="add replId">
        <pc:chgData name="Zgurovets Zhenia" userId="7a046fa65e5ec5fd" providerId="Windows Live" clId="Web-{50C4F7E2-5499-4C7B-AA87-FFDC25A90B41}" dt="2023-12-24T07:14:52.988" v="19"/>
        <pc:sldMkLst>
          <pc:docMk/>
          <pc:sldMk cId="3070174714" sldId="258"/>
        </pc:sldMkLst>
      </pc:sldChg>
      <pc:sldChg chg="add replId">
        <pc:chgData name="Zgurovets Zhenia" userId="7a046fa65e5ec5fd" providerId="Windows Live" clId="Web-{50C4F7E2-5499-4C7B-AA87-FFDC25A90B41}" dt="2023-12-24T07:14:53.550" v="20"/>
        <pc:sldMkLst>
          <pc:docMk/>
          <pc:sldMk cId="4278048607" sldId="259"/>
        </pc:sldMkLst>
      </pc:sldChg>
      <pc:sldChg chg="add replId">
        <pc:chgData name="Zgurovets Zhenia" userId="7a046fa65e5ec5fd" providerId="Windows Live" clId="Web-{50C4F7E2-5499-4C7B-AA87-FFDC25A90B41}" dt="2023-12-24T07:14:54.144" v="21"/>
        <pc:sldMkLst>
          <pc:docMk/>
          <pc:sldMk cId="447964318" sldId="260"/>
        </pc:sldMkLst>
      </pc:sldChg>
      <pc:sldChg chg="add replId">
        <pc:chgData name="Zgurovets Zhenia" userId="7a046fa65e5ec5fd" providerId="Windows Live" clId="Web-{50C4F7E2-5499-4C7B-AA87-FFDC25A90B41}" dt="2023-12-24T07:14:54.175" v="22"/>
        <pc:sldMkLst>
          <pc:docMk/>
          <pc:sldMk cId="155771076" sldId="261"/>
        </pc:sldMkLst>
      </pc:sldChg>
      <pc:sldChg chg="add replId">
        <pc:chgData name="Zgurovets Zhenia" userId="7a046fa65e5ec5fd" providerId="Windows Live" clId="Web-{50C4F7E2-5499-4C7B-AA87-FFDC25A90B41}" dt="2023-12-24T07:14:56.535" v="23"/>
        <pc:sldMkLst>
          <pc:docMk/>
          <pc:sldMk cId="2831987136" sldId="262"/>
        </pc:sldMkLst>
      </pc:sldChg>
    </pc:docChg>
  </pc:docChgLst>
  <pc:docChgLst>
    <pc:chgData name="Zhenia Zgurovets" userId="7a046fa65e5ec5fd" providerId="Windows Live" clId="Web-{ED53B239-1820-B0A1-6810-AA9BB7BCD0B2}"/>
    <pc:docChg chg="delSld modSld">
      <pc:chgData name="Zhenia Zgurovets" userId="7a046fa65e5ec5fd" providerId="Windows Live" clId="Web-{ED53B239-1820-B0A1-6810-AA9BB7BCD0B2}" dt="2025-04-06T15:37:38.028" v="54"/>
      <pc:docMkLst>
        <pc:docMk/>
      </pc:docMkLst>
      <pc:sldChg chg="modSp">
        <pc:chgData name="Zhenia Zgurovets" userId="7a046fa65e5ec5fd" providerId="Windows Live" clId="Web-{ED53B239-1820-B0A1-6810-AA9BB7BCD0B2}" dt="2025-04-06T15:34:17.380" v="5" actId="20577"/>
        <pc:sldMkLst>
          <pc:docMk/>
          <pc:sldMk cId="1351651579" sldId="256"/>
        </pc:sldMkLst>
        <pc:spChg chg="mod">
          <ac:chgData name="Zhenia Zgurovets" userId="7a046fa65e5ec5fd" providerId="Windows Live" clId="Web-{ED53B239-1820-B0A1-6810-AA9BB7BCD0B2}" dt="2025-04-06T15:34:17.380" v="5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6:44.840" v="38" actId="20577"/>
        <pc:sldMkLst>
          <pc:docMk/>
          <pc:sldMk cId="1788203937" sldId="257"/>
        </pc:sldMkLst>
        <pc:spChg chg="mod">
          <ac:chgData name="Zhenia Zgurovets" userId="7a046fa65e5ec5fd" providerId="Windows Live" clId="Web-{ED53B239-1820-B0A1-6810-AA9BB7BCD0B2}" dt="2025-04-06T15:36:44.840" v="38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5:00.022" v="14" actId="20577"/>
        <pc:sldMkLst>
          <pc:docMk/>
          <pc:sldMk cId="2392567507" sldId="258"/>
        </pc:sldMkLst>
        <pc:spChg chg="mod">
          <ac:chgData name="Zhenia Zgurovets" userId="7a046fa65e5ec5fd" providerId="Windows Live" clId="Web-{ED53B239-1820-B0A1-6810-AA9BB7BCD0B2}" dt="2025-04-06T15:35:00.022" v="14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6:22.933" v="31" actId="20577"/>
        <pc:sldMkLst>
          <pc:docMk/>
          <pc:sldMk cId="282290349" sldId="259"/>
        </pc:sldMkLst>
        <pc:spChg chg="mod">
          <ac:chgData name="Zhenia Zgurovets" userId="7a046fa65e5ec5fd" providerId="Windows Live" clId="Web-{ED53B239-1820-B0A1-6810-AA9BB7BCD0B2}" dt="2025-04-06T15:36:22.933" v="31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5:41.604" v="23" actId="20577"/>
        <pc:sldMkLst>
          <pc:docMk/>
          <pc:sldMk cId="578333483" sldId="264"/>
        </pc:sldMkLst>
        <pc:spChg chg="mod">
          <ac:chgData name="Zhenia Zgurovets" userId="7a046fa65e5ec5fd" providerId="Windows Live" clId="Web-{ED53B239-1820-B0A1-6810-AA9BB7BCD0B2}" dt="2025-04-06T15:35:41.604" v="23" actId="20577"/>
          <ac:spMkLst>
            <pc:docMk/>
            <pc:sldMk cId="578333483" sldId="264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6:34.543" v="35" actId="20577"/>
        <pc:sldMkLst>
          <pc:docMk/>
          <pc:sldMk cId="4192773697" sldId="265"/>
        </pc:sldMkLst>
        <pc:spChg chg="mod">
          <ac:chgData name="Zhenia Zgurovets" userId="7a046fa65e5ec5fd" providerId="Windows Live" clId="Web-{ED53B239-1820-B0A1-6810-AA9BB7BCD0B2}" dt="2025-04-06T15:36:34.543" v="35" actId="20577"/>
          <ac:spMkLst>
            <pc:docMk/>
            <pc:sldMk cId="4192773697" sldId="265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7:16.809" v="44" actId="20577"/>
        <pc:sldMkLst>
          <pc:docMk/>
          <pc:sldMk cId="1217668819" sldId="266"/>
        </pc:sldMkLst>
        <pc:spChg chg="mod">
          <ac:chgData name="Zhenia Zgurovets" userId="7a046fa65e5ec5fd" providerId="Windows Live" clId="Web-{ED53B239-1820-B0A1-6810-AA9BB7BCD0B2}" dt="2025-04-06T15:37:16.809" v="44" actId="20577"/>
          <ac:spMkLst>
            <pc:docMk/>
            <pc:sldMk cId="1217668819" sldId="26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ED53B239-1820-B0A1-6810-AA9BB7BCD0B2}" dt="2025-04-06T15:37:35.825" v="52" actId="20577"/>
        <pc:sldMkLst>
          <pc:docMk/>
          <pc:sldMk cId="3372756759" sldId="267"/>
        </pc:sldMkLst>
        <pc:spChg chg="mod">
          <ac:chgData name="Zhenia Zgurovets" userId="7a046fa65e5ec5fd" providerId="Windows Live" clId="Web-{ED53B239-1820-B0A1-6810-AA9BB7BCD0B2}" dt="2025-04-06T15:37:35.825" v="52" actId="20577"/>
          <ac:spMkLst>
            <pc:docMk/>
            <pc:sldMk cId="3372756759" sldId="267"/>
            <ac:spMk id="4" creationId="{A8C2BF42-340A-F9C0-317C-5034EA2E291D}"/>
          </ac:spMkLst>
        </pc:spChg>
      </pc:sldChg>
      <pc:sldChg chg="del">
        <pc:chgData name="Zhenia Zgurovets" userId="7a046fa65e5ec5fd" providerId="Windows Live" clId="Web-{ED53B239-1820-B0A1-6810-AA9BB7BCD0B2}" dt="2025-04-06T15:37:38.028" v="54"/>
        <pc:sldMkLst>
          <pc:docMk/>
          <pc:sldMk cId="3224404597" sldId="268"/>
        </pc:sldMkLst>
      </pc:sldChg>
      <pc:sldChg chg="del">
        <pc:chgData name="Zhenia Zgurovets" userId="7a046fa65e5ec5fd" providerId="Windows Live" clId="Web-{ED53B239-1820-B0A1-6810-AA9BB7BCD0B2}" dt="2025-04-06T15:37:36.341" v="53"/>
        <pc:sldMkLst>
          <pc:docMk/>
          <pc:sldMk cId="968476189" sldId="269"/>
        </pc:sldMkLst>
      </pc:sldChg>
    </pc:docChg>
  </pc:docChgLst>
  <pc:docChgLst>
    <pc:chgData name="Zgurovets Zhenia" userId="7a046fa65e5ec5fd" providerId="Windows Live" clId="Web-{36767FC0-A81A-402E-998C-34F3F79935CD}"/>
    <pc:docChg chg="modSld">
      <pc:chgData name="Zgurovets Zhenia" userId="7a046fa65e5ec5fd" providerId="Windows Live" clId="Web-{36767FC0-A81A-402E-998C-34F3F79935CD}" dt="2024-01-27T16:34:09.783" v="176" actId="20577"/>
      <pc:docMkLst>
        <pc:docMk/>
      </pc:docMkLst>
      <pc:sldChg chg="modSp">
        <pc:chgData name="Zgurovets Zhenia" userId="7a046fa65e5ec5fd" providerId="Windows Live" clId="Web-{36767FC0-A81A-402E-998C-34F3F79935CD}" dt="2024-01-27T16:21:35.300" v="11" actId="20577"/>
        <pc:sldMkLst>
          <pc:docMk/>
          <pc:sldMk cId="1351651579" sldId="256"/>
        </pc:sldMkLst>
        <pc:spChg chg="mod">
          <ac:chgData name="Zgurovets Zhenia" userId="7a046fa65e5ec5fd" providerId="Windows Live" clId="Web-{36767FC0-A81A-402E-998C-34F3F79935CD}" dt="2024-01-27T16:21:35.300" v="11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gurovets Zhenia" userId="7a046fa65e5ec5fd" providerId="Windows Live" clId="Web-{36767FC0-A81A-402E-998C-34F3F79935CD}" dt="2024-01-27T16:23:12.866" v="19" actId="20577"/>
        <pc:sldMkLst>
          <pc:docMk/>
          <pc:sldMk cId="1240048175" sldId="257"/>
        </pc:sldMkLst>
        <pc:spChg chg="mod">
          <ac:chgData name="Zgurovets Zhenia" userId="7a046fa65e5ec5fd" providerId="Windows Live" clId="Web-{36767FC0-A81A-402E-998C-34F3F79935CD}" dt="2024-01-27T16:23:12.866" v="19" actId="20577"/>
          <ac:spMkLst>
            <pc:docMk/>
            <pc:sldMk cId="1240048175" sldId="257"/>
            <ac:spMk id="4" creationId="{6C817A96-C69D-0E79-0DB1-0E05E7F05D9F}"/>
          </ac:spMkLst>
        </pc:spChg>
      </pc:sldChg>
      <pc:sldChg chg="modSp">
        <pc:chgData name="Zgurovets Zhenia" userId="7a046fa65e5ec5fd" providerId="Windows Live" clId="Web-{36767FC0-A81A-402E-998C-34F3F79935CD}" dt="2024-01-27T16:34:09.783" v="176" actId="20577"/>
        <pc:sldMkLst>
          <pc:docMk/>
          <pc:sldMk cId="864332150" sldId="258"/>
        </pc:sldMkLst>
        <pc:spChg chg="mod">
          <ac:chgData name="Zgurovets Zhenia" userId="7a046fa65e5ec5fd" providerId="Windows Live" clId="Web-{36767FC0-A81A-402E-998C-34F3F79935CD}" dt="2024-01-27T16:34:09.783" v="176" actId="20577"/>
          <ac:spMkLst>
            <pc:docMk/>
            <pc:sldMk cId="864332150" sldId="258"/>
            <ac:spMk id="4" creationId="{5B54DC49-6574-217F-1086-406FC17BBEE8}"/>
          </ac:spMkLst>
        </pc:spChg>
      </pc:sldChg>
      <pc:sldChg chg="modSp">
        <pc:chgData name="Zgurovets Zhenia" userId="7a046fa65e5ec5fd" providerId="Windows Live" clId="Web-{36767FC0-A81A-402E-998C-34F3F79935CD}" dt="2024-01-27T16:31:01.118" v="154" actId="20577"/>
        <pc:sldMkLst>
          <pc:docMk/>
          <pc:sldMk cId="3957750557" sldId="259"/>
        </pc:sldMkLst>
        <pc:spChg chg="mod">
          <ac:chgData name="Zgurovets Zhenia" userId="7a046fa65e5ec5fd" providerId="Windows Live" clId="Web-{36767FC0-A81A-402E-998C-34F3F79935CD}" dt="2024-01-27T16:31:01.118" v="154" actId="20577"/>
          <ac:spMkLst>
            <pc:docMk/>
            <pc:sldMk cId="3957750557" sldId="259"/>
            <ac:spMk id="4" creationId="{1F927BD0-79D6-B651-E5E9-109DC41B7C22}"/>
          </ac:spMkLst>
        </pc:spChg>
      </pc:sldChg>
      <pc:sldChg chg="modSp">
        <pc:chgData name="Zgurovets Zhenia" userId="7a046fa65e5ec5fd" providerId="Windows Live" clId="Web-{36767FC0-A81A-402E-998C-34F3F79935CD}" dt="2024-01-27T16:30:12.335" v="147" actId="20577"/>
        <pc:sldMkLst>
          <pc:docMk/>
          <pc:sldMk cId="293235552" sldId="264"/>
        </pc:sldMkLst>
        <pc:spChg chg="mod">
          <ac:chgData name="Zgurovets Zhenia" userId="7a046fa65e5ec5fd" providerId="Windows Live" clId="Web-{36767FC0-A81A-402E-998C-34F3F79935CD}" dt="2024-01-27T16:30:12.335" v="147" actId="20577"/>
          <ac:spMkLst>
            <pc:docMk/>
            <pc:sldMk cId="293235552" sldId="264"/>
            <ac:spMk id="4" creationId="{70E56646-99AD-12A7-0320-1381D9172854}"/>
          </ac:spMkLst>
        </pc:spChg>
      </pc:sldChg>
      <pc:sldChg chg="modSp">
        <pc:chgData name="Zgurovets Zhenia" userId="7a046fa65e5ec5fd" providerId="Windows Live" clId="Web-{36767FC0-A81A-402E-998C-34F3F79935CD}" dt="2024-01-27T16:32:01.714" v="174" actId="20577"/>
        <pc:sldMkLst>
          <pc:docMk/>
          <pc:sldMk cId="2058215454" sldId="265"/>
        </pc:sldMkLst>
        <pc:spChg chg="mod">
          <ac:chgData name="Zgurovets Zhenia" userId="7a046fa65e5ec5fd" providerId="Windows Live" clId="Web-{36767FC0-A81A-402E-998C-34F3F79935CD}" dt="2024-01-27T16:32:01.714" v="174" actId="20577"/>
          <ac:spMkLst>
            <pc:docMk/>
            <pc:sldMk cId="2058215454" sldId="265"/>
            <ac:spMk id="4" creationId="{C8178AC9-7D42-FE45-2CCC-C967E4C8721C}"/>
          </ac:spMkLst>
        </pc:spChg>
      </pc:sldChg>
    </pc:docChg>
  </pc:docChgLst>
  <pc:docChgLst>
    <pc:chgData name="Zgurovets Zhenia" userId="7a046fa65e5ec5fd" providerId="Windows Live" clId="Web-{9ADDD2BE-1648-4E56-8570-0EBD450D2EA8}"/>
    <pc:docChg chg="addSld delSld modSld">
      <pc:chgData name="Zgurovets Zhenia" userId="7a046fa65e5ec5fd" providerId="Windows Live" clId="Web-{9ADDD2BE-1648-4E56-8570-0EBD450D2EA8}" dt="2023-12-24T07:27:01.779" v="15"/>
      <pc:docMkLst>
        <pc:docMk/>
      </pc:docMkLst>
      <pc:sldChg chg="modSp">
        <pc:chgData name="Zgurovets Zhenia" userId="7a046fa65e5ec5fd" providerId="Windows Live" clId="Web-{9ADDD2BE-1648-4E56-8570-0EBD450D2EA8}" dt="2023-12-24T07:26:41.700" v="8" actId="20577"/>
        <pc:sldMkLst>
          <pc:docMk/>
          <pc:sldMk cId="1351651579" sldId="256"/>
        </pc:sldMkLst>
        <pc:spChg chg="mod">
          <ac:chgData name="Zgurovets Zhenia" userId="7a046fa65e5ec5fd" providerId="Windows Live" clId="Web-{9ADDD2BE-1648-4E56-8570-0EBD450D2EA8}" dt="2023-12-24T07:26:41.700" v="8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del">
        <pc:chgData name="Zgurovets Zhenia" userId="7a046fa65e5ec5fd" providerId="Windows Live" clId="Web-{9ADDD2BE-1648-4E56-8570-0EBD450D2EA8}" dt="2023-12-24T07:26:18.512" v="5"/>
        <pc:sldMkLst>
          <pc:docMk/>
          <pc:sldMk cId="873037244" sldId="257"/>
        </pc:sldMkLst>
      </pc:sldChg>
      <pc:sldChg chg="add replId">
        <pc:chgData name="Zgurovets Zhenia" userId="7a046fa65e5ec5fd" providerId="Windows Live" clId="Web-{9ADDD2BE-1648-4E56-8570-0EBD450D2EA8}" dt="2023-12-24T07:27:00.029" v="9"/>
        <pc:sldMkLst>
          <pc:docMk/>
          <pc:sldMk cId="1240048175" sldId="257"/>
        </pc:sldMkLst>
      </pc:sldChg>
      <pc:sldChg chg="add replId">
        <pc:chgData name="Zgurovets Zhenia" userId="7a046fa65e5ec5fd" providerId="Windows Live" clId="Web-{9ADDD2BE-1648-4E56-8570-0EBD450D2EA8}" dt="2023-12-24T07:27:00.638" v="10"/>
        <pc:sldMkLst>
          <pc:docMk/>
          <pc:sldMk cId="864332150" sldId="258"/>
        </pc:sldMkLst>
      </pc:sldChg>
      <pc:sldChg chg="del">
        <pc:chgData name="Zgurovets Zhenia" userId="7a046fa65e5ec5fd" providerId="Windows Live" clId="Web-{9ADDD2BE-1648-4E56-8570-0EBD450D2EA8}" dt="2023-12-24T07:26:17.965" v="4"/>
        <pc:sldMkLst>
          <pc:docMk/>
          <pc:sldMk cId="3070174714" sldId="258"/>
        </pc:sldMkLst>
      </pc:sldChg>
      <pc:sldChg chg="add replId">
        <pc:chgData name="Zgurovets Zhenia" userId="7a046fa65e5ec5fd" providerId="Windows Live" clId="Web-{9ADDD2BE-1648-4E56-8570-0EBD450D2EA8}" dt="2023-12-24T07:27:00.982" v="11"/>
        <pc:sldMkLst>
          <pc:docMk/>
          <pc:sldMk cId="3957750557" sldId="259"/>
        </pc:sldMkLst>
      </pc:sldChg>
      <pc:sldChg chg="del">
        <pc:chgData name="Zgurovets Zhenia" userId="7a046fa65e5ec5fd" providerId="Windows Live" clId="Web-{9ADDD2BE-1648-4E56-8570-0EBD450D2EA8}" dt="2023-12-24T07:26:17.355" v="3"/>
        <pc:sldMkLst>
          <pc:docMk/>
          <pc:sldMk cId="4278048607" sldId="259"/>
        </pc:sldMkLst>
      </pc:sldChg>
      <pc:sldChg chg="del">
        <pc:chgData name="Zgurovets Zhenia" userId="7a046fa65e5ec5fd" providerId="Windows Live" clId="Web-{9ADDD2BE-1648-4E56-8570-0EBD450D2EA8}" dt="2023-12-24T07:26:16.090" v="2"/>
        <pc:sldMkLst>
          <pc:docMk/>
          <pc:sldMk cId="447964318" sldId="260"/>
        </pc:sldMkLst>
      </pc:sldChg>
      <pc:sldChg chg="add replId">
        <pc:chgData name="Zgurovets Zhenia" userId="7a046fa65e5ec5fd" providerId="Windows Live" clId="Web-{9ADDD2BE-1648-4E56-8570-0EBD450D2EA8}" dt="2023-12-24T07:27:01.091" v="12"/>
        <pc:sldMkLst>
          <pc:docMk/>
          <pc:sldMk cId="3540370169" sldId="260"/>
        </pc:sldMkLst>
      </pc:sldChg>
      <pc:sldChg chg="del">
        <pc:chgData name="Zgurovets Zhenia" userId="7a046fa65e5ec5fd" providerId="Windows Live" clId="Web-{9ADDD2BE-1648-4E56-8570-0EBD450D2EA8}" dt="2023-12-24T07:26:15.605" v="1"/>
        <pc:sldMkLst>
          <pc:docMk/>
          <pc:sldMk cId="155771076" sldId="261"/>
        </pc:sldMkLst>
      </pc:sldChg>
      <pc:sldChg chg="add replId">
        <pc:chgData name="Zgurovets Zhenia" userId="7a046fa65e5ec5fd" providerId="Windows Live" clId="Web-{9ADDD2BE-1648-4E56-8570-0EBD450D2EA8}" dt="2023-12-24T07:27:01.685" v="13"/>
        <pc:sldMkLst>
          <pc:docMk/>
          <pc:sldMk cId="1399818728" sldId="261"/>
        </pc:sldMkLst>
      </pc:sldChg>
      <pc:sldChg chg="add replId">
        <pc:chgData name="Zgurovets Zhenia" userId="7a046fa65e5ec5fd" providerId="Windows Live" clId="Web-{9ADDD2BE-1648-4E56-8570-0EBD450D2EA8}" dt="2023-12-24T07:27:01.732" v="14"/>
        <pc:sldMkLst>
          <pc:docMk/>
          <pc:sldMk cId="1872288905" sldId="262"/>
        </pc:sldMkLst>
      </pc:sldChg>
      <pc:sldChg chg="del">
        <pc:chgData name="Zgurovets Zhenia" userId="7a046fa65e5ec5fd" providerId="Windows Live" clId="Web-{9ADDD2BE-1648-4E56-8570-0EBD450D2EA8}" dt="2023-12-24T07:26:13.652" v="0"/>
        <pc:sldMkLst>
          <pc:docMk/>
          <pc:sldMk cId="2831987136" sldId="262"/>
        </pc:sldMkLst>
      </pc:sldChg>
      <pc:sldChg chg="add replId">
        <pc:chgData name="Zgurovets Zhenia" userId="7a046fa65e5ec5fd" providerId="Windows Live" clId="Web-{9ADDD2BE-1648-4E56-8570-0EBD450D2EA8}" dt="2023-12-24T07:27:01.779" v="15"/>
        <pc:sldMkLst>
          <pc:docMk/>
          <pc:sldMk cId="2296965031" sldId="263"/>
        </pc:sldMkLst>
      </pc:sldChg>
    </pc:docChg>
  </pc:docChgLst>
  <pc:docChgLst>
    <pc:chgData name="Zgurovets Zhenia" userId="7a046fa65e5ec5fd" providerId="Windows Live" clId="Web-{28FCEC12-BA04-476E-BC5A-DC923FB16CD9}"/>
    <pc:docChg chg="addSld delSld modSld">
      <pc:chgData name="Zgurovets Zhenia" userId="7a046fa65e5ec5fd" providerId="Windows Live" clId="Web-{28FCEC12-BA04-476E-BC5A-DC923FB16CD9}" dt="2024-02-04T06:25:57.145" v="15"/>
      <pc:docMkLst>
        <pc:docMk/>
      </pc:docMkLst>
      <pc:sldChg chg="modSp">
        <pc:chgData name="Zgurovets Zhenia" userId="7a046fa65e5ec5fd" providerId="Windows Live" clId="Web-{28FCEC12-BA04-476E-BC5A-DC923FB16CD9}" dt="2024-02-04T06:25:47.020" v="3" actId="20577"/>
        <pc:sldMkLst>
          <pc:docMk/>
          <pc:sldMk cId="1351651579" sldId="256"/>
        </pc:sldMkLst>
        <pc:spChg chg="mod">
          <ac:chgData name="Zgurovets Zhenia" userId="7a046fa65e5ec5fd" providerId="Windows Live" clId="Web-{28FCEC12-BA04-476E-BC5A-DC923FB16CD9}" dt="2024-02-04T06:25:47.020" v="3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del">
        <pc:chgData name="Zgurovets Zhenia" userId="7a046fa65e5ec5fd" providerId="Windows Live" clId="Web-{28FCEC12-BA04-476E-BC5A-DC923FB16CD9}" dt="2024-02-04T06:25:50.285" v="8"/>
        <pc:sldMkLst>
          <pc:docMk/>
          <pc:sldMk cId="1240048175" sldId="257"/>
        </pc:sldMkLst>
      </pc:sldChg>
      <pc:sldChg chg="add replId">
        <pc:chgData name="Zgurovets Zhenia" userId="7a046fa65e5ec5fd" providerId="Windows Live" clId="Web-{28FCEC12-BA04-476E-BC5A-DC923FB16CD9}" dt="2024-02-04T06:25:52.676" v="9"/>
        <pc:sldMkLst>
          <pc:docMk/>
          <pc:sldMk cId="1788203937" sldId="257"/>
        </pc:sldMkLst>
      </pc:sldChg>
      <pc:sldChg chg="del">
        <pc:chgData name="Zgurovets Zhenia" userId="7a046fa65e5ec5fd" providerId="Windows Live" clId="Web-{28FCEC12-BA04-476E-BC5A-DC923FB16CD9}" dt="2024-02-04T06:25:50.285" v="7"/>
        <pc:sldMkLst>
          <pc:docMk/>
          <pc:sldMk cId="864332150" sldId="258"/>
        </pc:sldMkLst>
      </pc:sldChg>
      <pc:sldChg chg="add replId">
        <pc:chgData name="Zgurovets Zhenia" userId="7a046fa65e5ec5fd" providerId="Windows Live" clId="Web-{28FCEC12-BA04-476E-BC5A-DC923FB16CD9}" dt="2024-02-04T06:25:54.192" v="10"/>
        <pc:sldMkLst>
          <pc:docMk/>
          <pc:sldMk cId="2392567507" sldId="258"/>
        </pc:sldMkLst>
      </pc:sldChg>
      <pc:sldChg chg="add replId">
        <pc:chgData name="Zgurovets Zhenia" userId="7a046fa65e5ec5fd" providerId="Windows Live" clId="Web-{28FCEC12-BA04-476E-BC5A-DC923FB16CD9}" dt="2024-02-04T06:25:54.489" v="11"/>
        <pc:sldMkLst>
          <pc:docMk/>
          <pc:sldMk cId="282290349" sldId="259"/>
        </pc:sldMkLst>
      </pc:sldChg>
      <pc:sldChg chg="del">
        <pc:chgData name="Zgurovets Zhenia" userId="7a046fa65e5ec5fd" providerId="Windows Live" clId="Web-{28FCEC12-BA04-476E-BC5A-DC923FB16CD9}" dt="2024-02-04T06:25:50.285" v="5"/>
        <pc:sldMkLst>
          <pc:docMk/>
          <pc:sldMk cId="3957750557" sldId="259"/>
        </pc:sldMkLst>
      </pc:sldChg>
      <pc:sldChg chg="add replId">
        <pc:chgData name="Zgurovets Zhenia" userId="7a046fa65e5ec5fd" providerId="Windows Live" clId="Web-{28FCEC12-BA04-476E-BC5A-DC923FB16CD9}" dt="2024-02-04T06:25:54.942" v="12"/>
        <pc:sldMkLst>
          <pc:docMk/>
          <pc:sldMk cId="4199473953" sldId="260"/>
        </pc:sldMkLst>
      </pc:sldChg>
      <pc:sldChg chg="add replId">
        <pc:chgData name="Zgurovets Zhenia" userId="7a046fa65e5ec5fd" providerId="Windows Live" clId="Web-{28FCEC12-BA04-476E-BC5A-DC923FB16CD9}" dt="2024-02-04T06:25:55.770" v="13"/>
        <pc:sldMkLst>
          <pc:docMk/>
          <pc:sldMk cId="3436537285" sldId="261"/>
        </pc:sldMkLst>
      </pc:sldChg>
      <pc:sldChg chg="add replId">
        <pc:chgData name="Zgurovets Zhenia" userId="7a046fa65e5ec5fd" providerId="Windows Live" clId="Web-{28FCEC12-BA04-476E-BC5A-DC923FB16CD9}" dt="2024-02-04T06:25:56.504" v="14"/>
        <pc:sldMkLst>
          <pc:docMk/>
          <pc:sldMk cId="2546351903" sldId="262"/>
        </pc:sldMkLst>
      </pc:sldChg>
      <pc:sldChg chg="add replId">
        <pc:chgData name="Zgurovets Zhenia" userId="7a046fa65e5ec5fd" providerId="Windows Live" clId="Web-{28FCEC12-BA04-476E-BC5A-DC923FB16CD9}" dt="2024-02-04T06:25:57.145" v="15"/>
        <pc:sldMkLst>
          <pc:docMk/>
          <pc:sldMk cId="1999009126" sldId="263"/>
        </pc:sldMkLst>
      </pc:sldChg>
      <pc:sldChg chg="del">
        <pc:chgData name="Zgurovets Zhenia" userId="7a046fa65e5ec5fd" providerId="Windows Live" clId="Web-{28FCEC12-BA04-476E-BC5A-DC923FB16CD9}" dt="2024-02-04T06:25:50.285" v="6"/>
        <pc:sldMkLst>
          <pc:docMk/>
          <pc:sldMk cId="293235552" sldId="264"/>
        </pc:sldMkLst>
      </pc:sldChg>
      <pc:sldChg chg="del">
        <pc:chgData name="Zgurovets Zhenia" userId="7a046fa65e5ec5fd" providerId="Windows Live" clId="Web-{28FCEC12-BA04-476E-BC5A-DC923FB16CD9}" dt="2024-02-04T06:25:50.285" v="4"/>
        <pc:sldMkLst>
          <pc:docMk/>
          <pc:sldMk cId="2058215454" sldId="265"/>
        </pc:sldMkLst>
      </pc:sldChg>
    </pc:docChg>
  </pc:docChgLst>
  <pc:docChgLst>
    <pc:chgData clId="Web-{ED53B239-1820-B0A1-6810-AA9BB7BCD0B2}"/>
    <pc:docChg chg="modSld">
      <pc:chgData name="" userId="" providerId="" clId="Web-{ED53B239-1820-B0A1-6810-AA9BB7BCD0B2}" dt="2025-04-06T15:33:43.645" v="0" actId="20577"/>
      <pc:docMkLst>
        <pc:docMk/>
      </pc:docMkLst>
      <pc:sldChg chg="modSp">
        <pc:chgData name="" userId="" providerId="" clId="Web-{ED53B239-1820-B0A1-6810-AA9BB7BCD0B2}" dt="2025-04-06T15:33:43.645" v="0" actId="20577"/>
        <pc:sldMkLst>
          <pc:docMk/>
          <pc:sldMk cId="1351651579" sldId="256"/>
        </pc:sldMkLst>
        <pc:spChg chg="mod">
          <ac:chgData name="" userId="" providerId="" clId="Web-{ED53B239-1820-B0A1-6810-AA9BB7BCD0B2}" dt="2025-04-06T15:33:43.645" v="0" actId="20577"/>
          <ac:spMkLst>
            <pc:docMk/>
            <pc:sldMk cId="1351651579" sldId="256"/>
            <ac:spMk id="4" creationId="{A8C2BF42-340A-F9C0-317C-5034EA2E291D}"/>
          </ac:spMkLst>
        </pc:spChg>
      </pc:sldChg>
    </pc:docChg>
  </pc:docChgLst>
  <pc:docChgLst>
    <pc:chgData name="Zgurovets Zhenia" userId="7a046fa65e5ec5fd" providerId="Windows Live" clId="Web-{A447154D-5FB1-484B-8415-36C0DDA1148D}"/>
    <pc:docChg chg="addSld delSld modSld sldOrd">
      <pc:chgData name="Zgurovets Zhenia" userId="7a046fa65e5ec5fd" providerId="Windows Live" clId="Web-{A447154D-5FB1-484B-8415-36C0DDA1148D}" dt="2023-12-25T10:12:19.358" v="32" actId="20577"/>
      <pc:docMkLst>
        <pc:docMk/>
      </pc:docMkLst>
      <pc:sldChg chg="modSp">
        <pc:chgData name="Zgurovets Zhenia" userId="7a046fa65e5ec5fd" providerId="Windows Live" clId="Web-{A447154D-5FB1-484B-8415-36C0DDA1148D}" dt="2023-12-25T10:09:38.176" v="3" actId="20577"/>
        <pc:sldMkLst>
          <pc:docMk/>
          <pc:sldMk cId="1351651579" sldId="256"/>
        </pc:sldMkLst>
        <pc:spChg chg="mod">
          <ac:chgData name="Zgurovets Zhenia" userId="7a046fa65e5ec5fd" providerId="Windows Live" clId="Web-{A447154D-5FB1-484B-8415-36C0DDA1148D}" dt="2023-12-25T10:09:38.176" v="3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gurovets Zhenia" userId="7a046fa65e5ec5fd" providerId="Windows Live" clId="Web-{A447154D-5FB1-484B-8415-36C0DDA1148D}" dt="2023-12-25T10:09:47.302" v="8" actId="20577"/>
        <pc:sldMkLst>
          <pc:docMk/>
          <pc:sldMk cId="1240048175" sldId="257"/>
        </pc:sldMkLst>
        <pc:spChg chg="mod">
          <ac:chgData name="Zgurovets Zhenia" userId="7a046fa65e5ec5fd" providerId="Windows Live" clId="Web-{A447154D-5FB1-484B-8415-36C0DDA1148D}" dt="2023-12-25T10:09:47.302" v="8" actId="20577"/>
          <ac:spMkLst>
            <pc:docMk/>
            <pc:sldMk cId="1240048175" sldId="257"/>
            <ac:spMk id="4" creationId="{6C817A96-C69D-0E79-0DB1-0E05E7F05D9F}"/>
          </ac:spMkLst>
        </pc:spChg>
      </pc:sldChg>
      <pc:sldChg chg="modSp ord">
        <pc:chgData name="Zgurovets Zhenia" userId="7a046fa65e5ec5fd" providerId="Windows Live" clId="Web-{A447154D-5FB1-484B-8415-36C0DDA1148D}" dt="2023-12-25T10:11:52.200" v="23" actId="20577"/>
        <pc:sldMkLst>
          <pc:docMk/>
          <pc:sldMk cId="864332150" sldId="258"/>
        </pc:sldMkLst>
        <pc:spChg chg="mod">
          <ac:chgData name="Zgurovets Zhenia" userId="7a046fa65e5ec5fd" providerId="Windows Live" clId="Web-{A447154D-5FB1-484B-8415-36C0DDA1148D}" dt="2023-12-25T10:11:52.200" v="23" actId="20577"/>
          <ac:spMkLst>
            <pc:docMk/>
            <pc:sldMk cId="864332150" sldId="258"/>
            <ac:spMk id="4" creationId="{5B54DC49-6574-217F-1086-406FC17BBEE8}"/>
          </ac:spMkLst>
        </pc:spChg>
      </pc:sldChg>
      <pc:sldChg chg="modSp ord">
        <pc:chgData name="Zgurovets Zhenia" userId="7a046fa65e5ec5fd" providerId="Windows Live" clId="Web-{A447154D-5FB1-484B-8415-36C0DDA1148D}" dt="2023-12-25T10:12:19.358" v="32" actId="20577"/>
        <pc:sldMkLst>
          <pc:docMk/>
          <pc:sldMk cId="3957750557" sldId="259"/>
        </pc:sldMkLst>
        <pc:spChg chg="mod">
          <ac:chgData name="Zgurovets Zhenia" userId="7a046fa65e5ec5fd" providerId="Windows Live" clId="Web-{A447154D-5FB1-484B-8415-36C0DDA1148D}" dt="2023-12-25T10:12:19.358" v="32" actId="20577"/>
          <ac:spMkLst>
            <pc:docMk/>
            <pc:sldMk cId="3957750557" sldId="259"/>
            <ac:spMk id="4" creationId="{1F927BD0-79D6-B651-E5E9-109DC41B7C22}"/>
          </ac:spMkLst>
        </pc:spChg>
      </pc:sldChg>
      <pc:sldChg chg="del">
        <pc:chgData name="Zgurovets Zhenia" userId="7a046fa65e5ec5fd" providerId="Windows Live" clId="Web-{A447154D-5FB1-484B-8415-36C0DDA1148D}" dt="2023-12-25T10:09:56.927" v="16"/>
        <pc:sldMkLst>
          <pc:docMk/>
          <pc:sldMk cId="3540370169" sldId="260"/>
        </pc:sldMkLst>
      </pc:sldChg>
      <pc:sldChg chg="del">
        <pc:chgData name="Zgurovets Zhenia" userId="7a046fa65e5ec5fd" providerId="Windows Live" clId="Web-{A447154D-5FB1-484B-8415-36C0DDA1148D}" dt="2023-12-25T10:09:56.521" v="15"/>
        <pc:sldMkLst>
          <pc:docMk/>
          <pc:sldMk cId="1399818728" sldId="261"/>
        </pc:sldMkLst>
      </pc:sldChg>
      <pc:sldChg chg="del">
        <pc:chgData name="Zgurovets Zhenia" userId="7a046fa65e5ec5fd" providerId="Windows Live" clId="Web-{A447154D-5FB1-484B-8415-36C0DDA1148D}" dt="2023-12-25T10:09:55.865" v="14"/>
        <pc:sldMkLst>
          <pc:docMk/>
          <pc:sldMk cId="1872288905" sldId="262"/>
        </pc:sldMkLst>
      </pc:sldChg>
      <pc:sldChg chg="del">
        <pc:chgData name="Zgurovets Zhenia" userId="7a046fa65e5ec5fd" providerId="Windows Live" clId="Web-{A447154D-5FB1-484B-8415-36C0DDA1148D}" dt="2023-12-25T10:09:54.912" v="13"/>
        <pc:sldMkLst>
          <pc:docMk/>
          <pc:sldMk cId="2296965031" sldId="263"/>
        </pc:sldMkLst>
      </pc:sldChg>
      <pc:sldChg chg="add replId">
        <pc:chgData name="Zgurovets Zhenia" userId="7a046fa65e5ec5fd" providerId="Windows Live" clId="Web-{A447154D-5FB1-484B-8415-36C0DDA1148D}" dt="2023-12-25T10:09:48.833" v="9"/>
        <pc:sldMkLst>
          <pc:docMk/>
          <pc:sldMk cId="293235552" sldId="264"/>
        </pc:sldMkLst>
      </pc:sldChg>
      <pc:sldChg chg="add replId">
        <pc:chgData name="Zgurovets Zhenia" userId="7a046fa65e5ec5fd" providerId="Windows Live" clId="Web-{A447154D-5FB1-484B-8415-36C0DDA1148D}" dt="2023-12-25T10:09:49.536" v="10"/>
        <pc:sldMkLst>
          <pc:docMk/>
          <pc:sldMk cId="205821545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many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crowns</a:t>
            </a:r>
            <a:endParaRPr lang="en-US" sz="7200" b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The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Lamb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upon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throne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Hark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how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heavenly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dirty="0">
                <a:ea typeface="+mj-lt"/>
                <a:cs typeface="+mj-lt"/>
              </a:rPr>
            </a:b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anthem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drowns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music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but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its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own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Awake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my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soul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endParaRPr lang="en-US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Of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who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died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thee</a:t>
            </a:r>
            <a:endParaRPr lang="ru-RU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hail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as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matchless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King</a:t>
            </a:r>
            <a:endParaRPr lang="ru-RU" b="1" i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Through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eternity</a:t>
            </a:r>
            <a:endParaRPr lang="ru-RU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82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8000" b="1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8000" b="1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8000" b="1">
                <a:solidFill>
                  <a:schemeClr val="bg1"/>
                </a:solidFill>
                <a:ea typeface="+mj-lt"/>
                <a:cs typeface="+mj-lt"/>
              </a:rPr>
              <a:t> Son of God</a:t>
            </a:r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Before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worlds</a:t>
            </a:r>
            <a:r>
              <a:rPr lang="ru-RU" sz="8000" b="1">
                <a:solidFill>
                  <a:schemeClr val="bg1"/>
                </a:solidFill>
                <a:ea typeface="+mj-lt"/>
                <a:cs typeface="+mj-lt"/>
              </a:rPr>
              <a:t> began</a:t>
            </a:r>
            <a:endParaRPr lang="ru-RU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ye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who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tread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where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He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hath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trod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Son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Man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25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7600" b="1" i="1">
                <a:solidFill>
                  <a:schemeClr val="bg1"/>
                </a:solidFill>
                <a:ea typeface="+mj-lt"/>
                <a:cs typeface="+mj-lt"/>
              </a:rPr>
              <a:t>Who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every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grief</a:t>
            </a:r>
            <a:r>
              <a:rPr lang="ru-RU" sz="7600" b="1" i="1">
                <a:solidFill>
                  <a:schemeClr val="bg1"/>
                </a:solidFill>
                <a:ea typeface="+mj-lt"/>
                <a:cs typeface="+mj-lt"/>
              </a:rPr>
              <a:t> hath known</a:t>
            </a:r>
            <a:endParaRPr lang="en-US" sz="76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That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wrings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600" b="1" i="1">
                <a:solidFill>
                  <a:schemeClr val="bg1"/>
                </a:solidFill>
                <a:ea typeface="+mj-lt"/>
                <a:cs typeface="+mj-lt"/>
              </a:rPr>
              <a:t> human breast</a:t>
            </a:r>
            <a:endParaRPr lang="ru-RU" sz="76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takes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bears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them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600" b="1" i="1" dirty="0">
                <a:ea typeface="+mj-lt"/>
                <a:cs typeface="+mj-lt"/>
              </a:rPr>
            </a:b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own</a:t>
            </a:r>
            <a:endParaRPr lang="ru-RU" sz="76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That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in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may</a:t>
            </a:r>
            <a:r>
              <a:rPr lang="ru-RU" sz="76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i="1" err="1">
                <a:solidFill>
                  <a:schemeClr val="bg1"/>
                </a:solidFill>
                <a:ea typeface="+mj-lt"/>
                <a:cs typeface="+mj-lt"/>
              </a:rPr>
              <a:t>rest</a:t>
            </a:r>
            <a:endParaRPr lang="ru-RU" sz="76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833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7600" b="1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600" b="1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600" b="1">
                <a:solidFill>
                  <a:schemeClr val="bg1"/>
                </a:solidFill>
                <a:ea typeface="+mj-lt"/>
                <a:cs typeface="+mj-lt"/>
              </a:rPr>
              <a:t> Lord of Life</a:t>
            </a:r>
            <a:endParaRPr lang="en-US" sz="7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>
                <a:solidFill>
                  <a:schemeClr val="bg1"/>
                </a:solidFill>
                <a:ea typeface="+mj-lt"/>
                <a:cs typeface="+mj-lt"/>
              </a:rPr>
              <a:t>Who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triumphed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o'er</a:t>
            </a:r>
            <a:r>
              <a:rPr lang="ru-RU" sz="7600" b="1">
                <a:solidFill>
                  <a:schemeClr val="bg1"/>
                </a:solidFill>
                <a:ea typeface="+mj-lt"/>
                <a:cs typeface="+mj-lt"/>
              </a:rPr>
              <a:t> the grave</a:t>
            </a:r>
            <a:endParaRPr lang="ru-RU" sz="7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rose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victorious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600" b="1" dirty="0">
                <a:ea typeface="+mj-lt"/>
                <a:cs typeface="+mj-lt"/>
              </a:rPr>
            </a:b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in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strife</a:t>
            </a:r>
            <a:endParaRPr lang="ru-RU" sz="7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For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those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He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came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600" b="1" err="1">
                <a:solidFill>
                  <a:schemeClr val="bg1"/>
                </a:solidFill>
                <a:ea typeface="+mj-lt"/>
                <a:cs typeface="+mj-lt"/>
              </a:rPr>
              <a:t>save</a:t>
            </a:r>
            <a:endParaRPr lang="ru-RU" sz="7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9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glories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now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we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endParaRPr lang="en-US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Who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died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rose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on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high</a:t>
            </a:r>
            <a:endParaRPr lang="ru-RU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Who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died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eternal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life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dirty="0" err="1">
                <a:solidFill>
                  <a:schemeClr val="bg1"/>
                </a:solidFill>
                <a:ea typeface="+mj-lt"/>
                <a:cs typeface="+mj-lt"/>
              </a:rPr>
              <a:t>bring</a:t>
            </a:r>
            <a:endParaRPr lang="ru-RU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lives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that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death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may</a:t>
            </a:r>
            <a:r>
              <a:rPr lang="ru-RU" sz="8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i="1" err="1">
                <a:solidFill>
                  <a:schemeClr val="bg1"/>
                </a:solidFill>
                <a:ea typeface="+mj-lt"/>
                <a:cs typeface="+mj-lt"/>
              </a:rPr>
              <a:t>die</a:t>
            </a:r>
            <a:endParaRPr lang="ru-RU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277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Lord of Heaven</a:t>
            </a:r>
            <a:endParaRPr lang="en-US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Enthroned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in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worlds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above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King </a:t>
            </a:r>
            <a:b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whom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given</a:t>
            </a:r>
            <a:endParaRPr lang="ru-RU" sz="7200" b="1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The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wondrous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name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Love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766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many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crowns</a:t>
            </a:r>
            <a:endParaRPr lang="en-US" sz="7200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As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thrones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before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fall</a:t>
            </a:r>
            <a:endParaRPr lang="ru-RU" sz="7200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Crown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ye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kings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b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many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crowns</a:t>
            </a:r>
            <a:endParaRPr lang="ru-RU" sz="7200" b="1" i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For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King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b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7200" b="1" i="1" dirty="0">
                <a:solidFill>
                  <a:schemeClr val="bg1"/>
                </a:solidFill>
                <a:ea typeface="Calibri Light"/>
                <a:cs typeface="Calibri Light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3372756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Тема Office</vt:lpstr>
      <vt:lpstr>Crown Him with many crowns The Lamb upon the throne Hark, how the heavenly  anthem drowns All music but its own</vt:lpstr>
      <vt:lpstr>Awake, my soul, and sing Of Him who died for thee And hail Him as thy  matchless King Through all eternity</vt:lpstr>
      <vt:lpstr>Crown Him, the Son of God Before the worlds began And ye who tread  where He hath trod Crown Him, the Son of Man</vt:lpstr>
      <vt:lpstr>Who every grief hath known That wrings the human breast And takes and bears them  for His own That all in Him may rest</vt:lpstr>
      <vt:lpstr>Crown Him, the Lord of Life Who triumphed o'er the grave And rose victorious  in the strife For those He came to save</vt:lpstr>
      <vt:lpstr>His glories now we sing Who died and rose on high Who died eternal life to bring And lives that death may die</vt:lpstr>
      <vt:lpstr>Crown Him, the Lord of Heaven Enthroned in worlds above Crown Him, the King  to whom is given The wondrous name of Love</vt:lpstr>
      <vt:lpstr>Crown Him with many crowns As thrones before Him fall Crown Him, ye kings,  with many crowns For He is King of all ***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175</cp:revision>
  <dcterms:created xsi:type="dcterms:W3CDTF">2023-12-24T07:13:13Z</dcterms:created>
  <dcterms:modified xsi:type="dcterms:W3CDTF">2025-04-06T15:37:48Z</dcterms:modified>
</cp:coreProperties>
</file>