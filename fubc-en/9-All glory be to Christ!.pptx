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70" r:id="rId7"/>
    <p:sldId id="265" r:id="rId8"/>
    <p:sldId id="266" r:id="rId9"/>
    <p:sldId id="271" r:id="rId10"/>
    <p:sldId id="272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8" dt="2026-09-21T08:40:20.0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enia Zgurovets" userId="7a046fa65e5ec5fd" providerId="Windows Live" clId="Web-{00000000-0000-0000-0000-000000000000}"/>
    <pc:docChg chg="addSld modSld">
      <pc:chgData name="Zhenia Zgurovets" userId="7a046fa65e5ec5fd" providerId="Windows Live" clId="Web-{00000000-0000-0000-0000-000000000000}" dt="2026-09-21T08:40:20.087" v="36" actId="20577"/>
      <pc:docMkLst>
        <pc:docMk/>
      </pc:docMkLst>
      <pc:sldChg chg="modSp">
        <pc:chgData name="Zhenia Zgurovets" userId="7a046fa65e5ec5fd" providerId="Windows Live" clId="Web-{00000000-0000-0000-0000-000000000000}" dt="2026-09-21T08:38:16.549" v="3" actId="20577"/>
        <pc:sldMkLst>
          <pc:docMk/>
          <pc:sldMk cId="1351651579" sldId="256"/>
        </pc:sldMkLst>
        <pc:spChg chg="mod">
          <ac:chgData name="Zhenia Zgurovets" userId="7a046fa65e5ec5fd" providerId="Windows Live" clId="Web-{00000000-0000-0000-0000-000000000000}" dt="2026-09-21T08:38:16.549" v="3" actId="20577"/>
          <ac:spMkLst>
            <pc:docMk/>
            <pc:sldMk cId="1351651579" sldId="256"/>
            <ac:spMk id="4" creationId="{A8C2BF42-340A-F9C0-317C-5034EA2E291D}"/>
          </ac:spMkLst>
        </pc:spChg>
      </pc:sldChg>
      <pc:sldChg chg="modSp">
        <pc:chgData name="Zhenia Zgurovets" userId="7a046fa65e5ec5fd" providerId="Windows Live" clId="Web-{00000000-0000-0000-0000-000000000000}" dt="2026-09-21T08:38:29.914" v="7" actId="20577"/>
        <pc:sldMkLst>
          <pc:docMk/>
          <pc:sldMk cId="1788203937" sldId="257"/>
        </pc:sldMkLst>
        <pc:spChg chg="mod">
          <ac:chgData name="Zhenia Zgurovets" userId="7a046fa65e5ec5fd" providerId="Windows Live" clId="Web-{00000000-0000-0000-0000-000000000000}" dt="2026-09-21T08:38:29.914" v="7" actId="20577"/>
          <ac:spMkLst>
            <pc:docMk/>
            <pc:sldMk cId="1788203937" sldId="257"/>
            <ac:spMk id="4" creationId="{A8C2BF42-340A-F9C0-317C-5034EA2E291D}"/>
          </ac:spMkLst>
        </pc:spChg>
      </pc:sldChg>
      <pc:sldChg chg="modSp">
        <pc:chgData name="Zhenia Zgurovets" userId="7a046fa65e5ec5fd" providerId="Windows Live" clId="Web-{00000000-0000-0000-0000-000000000000}" dt="2026-09-21T08:38:46.852" v="13" actId="20577"/>
        <pc:sldMkLst>
          <pc:docMk/>
          <pc:sldMk cId="2392567507" sldId="258"/>
        </pc:sldMkLst>
        <pc:spChg chg="mod">
          <ac:chgData name="Zhenia Zgurovets" userId="7a046fa65e5ec5fd" providerId="Windows Live" clId="Web-{00000000-0000-0000-0000-000000000000}" dt="2026-09-21T08:38:46.852" v="13" actId="20577"/>
          <ac:spMkLst>
            <pc:docMk/>
            <pc:sldMk cId="2392567507" sldId="258"/>
            <ac:spMk id="4" creationId="{A8C2BF42-340A-F9C0-317C-5034EA2E291D}"/>
          </ac:spMkLst>
        </pc:spChg>
      </pc:sldChg>
      <pc:sldChg chg="modSp">
        <pc:chgData name="Zhenia Zgurovets" userId="7a046fa65e5ec5fd" providerId="Windows Live" clId="Web-{00000000-0000-0000-0000-000000000000}" dt="2026-09-21T08:39:41.024" v="27" actId="20577"/>
        <pc:sldMkLst>
          <pc:docMk/>
          <pc:sldMk cId="282290349" sldId="259"/>
        </pc:sldMkLst>
        <pc:spChg chg="mod">
          <ac:chgData name="Zhenia Zgurovets" userId="7a046fa65e5ec5fd" providerId="Windows Live" clId="Web-{00000000-0000-0000-0000-000000000000}" dt="2026-09-21T08:39:41.024" v="27" actId="20577"/>
          <ac:spMkLst>
            <pc:docMk/>
            <pc:sldMk cId="282290349" sldId="259"/>
            <ac:spMk id="4" creationId="{A8C2BF42-340A-F9C0-317C-5034EA2E291D}"/>
          </ac:spMkLst>
        </pc:spChg>
      </pc:sldChg>
      <pc:sldChg chg="modSp">
        <pc:chgData name="Zhenia Zgurovets" userId="7a046fa65e5ec5fd" providerId="Windows Live" clId="Web-{00000000-0000-0000-0000-000000000000}" dt="2026-09-21T08:39:30.399" v="24" actId="20577"/>
        <pc:sldMkLst>
          <pc:docMk/>
          <pc:sldMk cId="578333483" sldId="264"/>
        </pc:sldMkLst>
        <pc:spChg chg="mod">
          <ac:chgData name="Zhenia Zgurovets" userId="7a046fa65e5ec5fd" providerId="Windows Live" clId="Web-{00000000-0000-0000-0000-000000000000}" dt="2026-09-21T08:39:30.399" v="24" actId="20577"/>
          <ac:spMkLst>
            <pc:docMk/>
            <pc:sldMk cId="578333483" sldId="264"/>
            <ac:spMk id="4" creationId="{A8C2BF42-340A-F9C0-317C-5034EA2E291D}"/>
          </ac:spMkLst>
        </pc:spChg>
      </pc:sldChg>
      <pc:sldChg chg="modSp">
        <pc:chgData name="Zhenia Zgurovets" userId="7a046fa65e5ec5fd" providerId="Windows Live" clId="Web-{00000000-0000-0000-0000-000000000000}" dt="2026-09-21T08:40:06.868" v="32" actId="20577"/>
        <pc:sldMkLst>
          <pc:docMk/>
          <pc:sldMk cId="4192773697" sldId="265"/>
        </pc:sldMkLst>
        <pc:spChg chg="mod">
          <ac:chgData name="Zhenia Zgurovets" userId="7a046fa65e5ec5fd" providerId="Windows Live" clId="Web-{00000000-0000-0000-0000-000000000000}" dt="2026-09-21T08:40:06.868" v="32" actId="20577"/>
          <ac:spMkLst>
            <pc:docMk/>
            <pc:sldMk cId="4192773697" sldId="265"/>
            <ac:spMk id="4" creationId="{A8C2BF42-340A-F9C0-317C-5034EA2E291D}"/>
          </ac:spMkLst>
        </pc:spChg>
      </pc:sldChg>
      <pc:sldChg chg="modSp">
        <pc:chgData name="Zhenia Zgurovets" userId="7a046fa65e5ec5fd" providerId="Windows Live" clId="Web-{00000000-0000-0000-0000-000000000000}" dt="2026-09-21T08:40:20.087" v="36" actId="20577"/>
        <pc:sldMkLst>
          <pc:docMk/>
          <pc:sldMk cId="1217668819" sldId="266"/>
        </pc:sldMkLst>
        <pc:spChg chg="mod">
          <ac:chgData name="Zhenia Zgurovets" userId="7a046fa65e5ec5fd" providerId="Windows Live" clId="Web-{00000000-0000-0000-0000-000000000000}" dt="2026-09-21T08:40:20.087" v="36" actId="20577"/>
          <ac:spMkLst>
            <pc:docMk/>
            <pc:sldMk cId="1217668819" sldId="266"/>
            <ac:spMk id="4" creationId="{A8C2BF42-340A-F9C0-317C-5034EA2E291D}"/>
          </ac:spMkLst>
        </pc:spChg>
      </pc:sldChg>
      <pc:sldChg chg="add replId">
        <pc:chgData name="Zhenia Zgurovets" userId="7a046fa65e5ec5fd" providerId="Windows Live" clId="Web-{00000000-0000-0000-0000-000000000000}" dt="2026-09-21T08:38:56.305" v="14"/>
        <pc:sldMkLst>
          <pc:docMk/>
          <pc:sldMk cId="1430956177" sldId="270"/>
        </pc:sldMkLst>
      </pc:sldChg>
      <pc:sldChg chg="add replId">
        <pc:chgData name="Zhenia Zgurovets" userId="7a046fa65e5ec5fd" providerId="Windows Live" clId="Web-{00000000-0000-0000-0000-000000000000}" dt="2026-09-21T08:38:59.930" v="15"/>
        <pc:sldMkLst>
          <pc:docMk/>
          <pc:sldMk cId="2978244767" sldId="271"/>
        </pc:sldMkLst>
      </pc:sldChg>
      <pc:sldChg chg="modSp add replId">
        <pc:chgData name="Zhenia Zgurovets" userId="7a046fa65e5ec5fd" providerId="Windows Live" clId="Web-{00000000-0000-0000-0000-000000000000}" dt="2026-09-21T08:39:08.337" v="18" actId="20577"/>
        <pc:sldMkLst>
          <pc:docMk/>
          <pc:sldMk cId="2012795068" sldId="272"/>
        </pc:sldMkLst>
        <pc:spChg chg="mod">
          <ac:chgData name="Zhenia Zgurovets" userId="7a046fa65e5ec5fd" providerId="Windows Live" clId="Web-{00000000-0000-0000-0000-000000000000}" dt="2026-09-21T08:39:08.337" v="18" actId="20577"/>
          <ac:spMkLst>
            <pc:docMk/>
            <pc:sldMk cId="2012795068" sldId="272"/>
            <ac:spMk id="4" creationId="{775D283A-0DF1-74D9-42CF-74E1435EAE9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C2BF42-340A-F9C0-317C-5034EA2E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/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Should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nothing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of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our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efforts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stand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endParaRPr lang="en-US" sz="3600" b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No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legacy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survive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,</a:t>
            </a:r>
            <a:endParaRPr lang="ru-RU" sz="3600" b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Unless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the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Lord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does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raise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the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house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endParaRPr lang="ru-RU" sz="3600" b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In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vain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its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builders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000" b="1" dirty="0" err="1">
                <a:solidFill>
                  <a:schemeClr val="bg1"/>
                </a:solidFill>
                <a:ea typeface="+mj-lt"/>
                <a:cs typeface="+mj-lt"/>
              </a:rPr>
              <a:t>strive</a:t>
            </a:r>
            <a:r>
              <a:rPr lang="ru-RU" sz="6000" b="1" dirty="0">
                <a:solidFill>
                  <a:schemeClr val="bg1"/>
                </a:solidFill>
                <a:ea typeface="+mj-lt"/>
                <a:cs typeface="+mj-lt"/>
              </a:rPr>
              <a:t>.</a:t>
            </a:r>
            <a:endParaRPr lang="ru-RU" sz="3600" b="1">
              <a:solidFill>
                <a:schemeClr val="bg1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C2BF42-340A-F9C0-317C-5034EA2E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/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To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you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who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boast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tomorrow’s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gain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endParaRPr lang="en-US" sz="6600" b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Tell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me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what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is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your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life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?</a:t>
            </a:r>
            <a:endParaRPr lang="ru-RU" sz="6600" b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A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mist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it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vanishes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at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dawn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endParaRPr lang="ru-RU" sz="6600" b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All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glory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be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to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Christ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!</a:t>
            </a:r>
            <a:endParaRPr lang="ru-RU" sz="6600" b="1">
              <a:solidFill>
                <a:schemeClr val="bg1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788203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C2BF42-340A-F9C0-317C-5034EA2E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/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All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glory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be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to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Christ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our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King,</a:t>
            </a:r>
            <a:endParaRPr lang="en-US" sz="7200" b="1" i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All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glory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be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to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Christ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.</a:t>
            </a:r>
            <a:endParaRPr lang="ru-RU" sz="7200" b="1" i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His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rule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and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reign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we'll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ever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sing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,</a:t>
            </a:r>
            <a:endParaRPr lang="ru-RU" sz="7200" b="1" i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All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glory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be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to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Christ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!</a:t>
            </a:r>
            <a:endParaRPr lang="ru-RU" sz="7200" b="1" i="1">
              <a:solidFill>
                <a:schemeClr val="bg1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392567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C2BF42-340A-F9C0-317C-5034EA2E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/>
            <a:r>
              <a:rPr lang="ru-RU" sz="6300" b="1" dirty="0" err="1">
                <a:solidFill>
                  <a:schemeClr val="bg1"/>
                </a:solidFill>
                <a:ea typeface="+mj-lt"/>
                <a:cs typeface="+mj-lt"/>
              </a:rPr>
              <a:t>His</a:t>
            </a:r>
            <a:r>
              <a:rPr lang="ru-RU" sz="63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300" b="1" dirty="0" err="1">
                <a:solidFill>
                  <a:schemeClr val="bg1"/>
                </a:solidFill>
                <a:ea typeface="+mj-lt"/>
                <a:cs typeface="+mj-lt"/>
              </a:rPr>
              <a:t>will</a:t>
            </a:r>
            <a:r>
              <a:rPr lang="ru-RU" sz="63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300" b="1" dirty="0" err="1">
                <a:solidFill>
                  <a:schemeClr val="bg1"/>
                </a:solidFill>
                <a:ea typeface="+mj-lt"/>
                <a:cs typeface="+mj-lt"/>
              </a:rPr>
              <a:t>be</a:t>
            </a:r>
            <a:r>
              <a:rPr lang="ru-RU" sz="63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300" b="1" dirty="0" err="1">
                <a:solidFill>
                  <a:schemeClr val="bg1"/>
                </a:solidFill>
                <a:ea typeface="+mj-lt"/>
                <a:cs typeface="+mj-lt"/>
              </a:rPr>
              <a:t>done</a:t>
            </a:r>
            <a:r>
              <a:rPr lang="ru-RU" sz="6300" b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r>
              <a:rPr lang="ru-RU" sz="6300" b="1" dirty="0" err="1">
                <a:solidFill>
                  <a:schemeClr val="bg1"/>
                </a:solidFill>
                <a:ea typeface="+mj-lt"/>
                <a:cs typeface="+mj-lt"/>
              </a:rPr>
              <a:t>His</a:t>
            </a:r>
            <a:r>
              <a:rPr lang="ru-RU" sz="63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300" b="1" dirty="0" err="1">
                <a:solidFill>
                  <a:schemeClr val="bg1"/>
                </a:solidFill>
                <a:ea typeface="+mj-lt"/>
                <a:cs typeface="+mj-lt"/>
              </a:rPr>
              <a:t>kingdom</a:t>
            </a:r>
            <a:r>
              <a:rPr lang="ru-RU" sz="63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300" b="1" dirty="0" err="1">
                <a:solidFill>
                  <a:schemeClr val="bg1"/>
                </a:solidFill>
                <a:ea typeface="+mj-lt"/>
                <a:cs typeface="+mj-lt"/>
              </a:rPr>
              <a:t>come</a:t>
            </a:r>
            <a:r>
              <a:rPr lang="ru-RU" sz="6300" b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endParaRPr lang="en-US" sz="6300" b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6300" b="1" dirty="0">
                <a:solidFill>
                  <a:schemeClr val="bg1"/>
                </a:solidFill>
                <a:ea typeface="+mj-lt"/>
                <a:cs typeface="+mj-lt"/>
              </a:rPr>
              <a:t>On </a:t>
            </a:r>
            <a:r>
              <a:rPr lang="ru-RU" sz="6300" b="1" dirty="0" err="1">
                <a:solidFill>
                  <a:schemeClr val="bg1"/>
                </a:solidFill>
                <a:ea typeface="+mj-lt"/>
                <a:cs typeface="+mj-lt"/>
              </a:rPr>
              <a:t>earth</a:t>
            </a:r>
            <a:r>
              <a:rPr lang="ru-RU" sz="63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300" b="1" dirty="0" err="1">
                <a:solidFill>
                  <a:schemeClr val="bg1"/>
                </a:solidFill>
                <a:ea typeface="+mj-lt"/>
                <a:cs typeface="+mj-lt"/>
              </a:rPr>
              <a:t>as</a:t>
            </a:r>
            <a:r>
              <a:rPr lang="ru-RU" sz="63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300" b="1" dirty="0" err="1">
                <a:solidFill>
                  <a:schemeClr val="bg1"/>
                </a:solidFill>
                <a:ea typeface="+mj-lt"/>
                <a:cs typeface="+mj-lt"/>
              </a:rPr>
              <a:t>is</a:t>
            </a:r>
            <a:r>
              <a:rPr lang="ru-RU" sz="63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300" b="1" dirty="0" err="1">
                <a:solidFill>
                  <a:schemeClr val="bg1"/>
                </a:solidFill>
                <a:ea typeface="+mj-lt"/>
                <a:cs typeface="+mj-lt"/>
              </a:rPr>
              <a:t>above</a:t>
            </a:r>
            <a:r>
              <a:rPr lang="ru-RU" sz="6300" b="1" dirty="0">
                <a:solidFill>
                  <a:schemeClr val="bg1"/>
                </a:solidFill>
                <a:ea typeface="+mj-lt"/>
                <a:cs typeface="+mj-lt"/>
              </a:rPr>
              <a:t>.</a:t>
            </a:r>
            <a:endParaRPr lang="ru-RU" sz="6300" b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6300" b="1" dirty="0">
                <a:solidFill>
                  <a:schemeClr val="bg1"/>
                </a:solidFill>
                <a:ea typeface="+mj-lt"/>
                <a:cs typeface="+mj-lt"/>
              </a:rPr>
              <a:t>Who </a:t>
            </a:r>
            <a:r>
              <a:rPr lang="ru-RU" sz="6300" b="1" err="1">
                <a:solidFill>
                  <a:schemeClr val="bg1"/>
                </a:solidFill>
                <a:ea typeface="+mj-lt"/>
                <a:cs typeface="+mj-lt"/>
              </a:rPr>
              <a:t>is</a:t>
            </a:r>
            <a:r>
              <a:rPr lang="ru-RU" sz="63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300" b="1" err="1">
                <a:solidFill>
                  <a:schemeClr val="bg1"/>
                </a:solidFill>
                <a:ea typeface="+mj-lt"/>
                <a:cs typeface="+mj-lt"/>
              </a:rPr>
              <a:t>Himself</a:t>
            </a:r>
            <a:r>
              <a:rPr lang="ru-RU" sz="63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300" b="1" err="1">
                <a:solidFill>
                  <a:schemeClr val="bg1"/>
                </a:solidFill>
                <a:ea typeface="+mj-lt"/>
                <a:cs typeface="+mj-lt"/>
              </a:rPr>
              <a:t>our</a:t>
            </a:r>
            <a:r>
              <a:rPr lang="ru-RU" sz="63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300" b="1" err="1">
                <a:solidFill>
                  <a:schemeClr val="bg1"/>
                </a:solidFill>
                <a:ea typeface="+mj-lt"/>
                <a:cs typeface="+mj-lt"/>
              </a:rPr>
              <a:t>daily</a:t>
            </a:r>
            <a:r>
              <a:rPr lang="ru-RU" sz="63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300" b="1" err="1">
                <a:solidFill>
                  <a:schemeClr val="bg1"/>
                </a:solidFill>
                <a:ea typeface="+mj-lt"/>
                <a:cs typeface="+mj-lt"/>
              </a:rPr>
              <a:t>bread</a:t>
            </a:r>
            <a:r>
              <a:rPr lang="ru-RU" sz="6300" b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endParaRPr lang="ru-RU" sz="6300" b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6300" b="1" err="1">
                <a:solidFill>
                  <a:schemeClr val="bg1"/>
                </a:solidFill>
                <a:ea typeface="+mj-lt"/>
                <a:cs typeface="+mj-lt"/>
              </a:rPr>
              <a:t>Praise</a:t>
            </a:r>
            <a:r>
              <a:rPr lang="ru-RU" sz="63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300" b="1" err="1">
                <a:solidFill>
                  <a:schemeClr val="bg1"/>
                </a:solidFill>
                <a:ea typeface="+mj-lt"/>
                <a:cs typeface="+mj-lt"/>
              </a:rPr>
              <a:t>Him</a:t>
            </a:r>
            <a:r>
              <a:rPr lang="ru-RU" sz="63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300" b="1" err="1">
                <a:solidFill>
                  <a:schemeClr val="bg1"/>
                </a:solidFill>
                <a:ea typeface="+mj-lt"/>
                <a:cs typeface="+mj-lt"/>
              </a:rPr>
              <a:t>the</a:t>
            </a:r>
            <a:r>
              <a:rPr lang="ru-RU" sz="63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300" b="1" err="1">
                <a:solidFill>
                  <a:schemeClr val="bg1"/>
                </a:solidFill>
                <a:ea typeface="+mj-lt"/>
                <a:cs typeface="+mj-lt"/>
              </a:rPr>
              <a:t>Lord</a:t>
            </a:r>
            <a:r>
              <a:rPr lang="ru-RU" sz="63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300" b="1" err="1">
                <a:solidFill>
                  <a:schemeClr val="bg1"/>
                </a:solidFill>
                <a:ea typeface="+mj-lt"/>
                <a:cs typeface="+mj-lt"/>
              </a:rPr>
              <a:t>of</a:t>
            </a:r>
            <a:r>
              <a:rPr lang="ru-RU" sz="63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300" b="1" err="1">
                <a:solidFill>
                  <a:schemeClr val="bg1"/>
                </a:solidFill>
                <a:ea typeface="+mj-lt"/>
                <a:cs typeface="+mj-lt"/>
              </a:rPr>
              <a:t>love</a:t>
            </a:r>
            <a:r>
              <a:rPr lang="ru-RU" sz="6300" b="1" dirty="0">
                <a:solidFill>
                  <a:schemeClr val="bg1"/>
                </a:solidFill>
                <a:ea typeface="+mj-lt"/>
                <a:cs typeface="+mj-lt"/>
              </a:rPr>
              <a:t>.</a:t>
            </a:r>
            <a:endParaRPr lang="ru-RU" sz="6300" b="1">
              <a:solidFill>
                <a:schemeClr val="bg1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578333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C2BF42-340A-F9C0-317C-5034EA2E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/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Let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living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waters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satisfy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endParaRPr lang="en-US" sz="6600" b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The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thirsty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without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price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.</a:t>
            </a:r>
            <a:endParaRPr lang="ru-RU" sz="6600" b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Come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eat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of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Him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our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Living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Bread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endParaRPr lang="ru-RU" sz="6600" b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All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glory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be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to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Christ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!</a:t>
            </a:r>
            <a:endParaRPr lang="ru-RU" sz="6600" b="1">
              <a:solidFill>
                <a:schemeClr val="bg1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82290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A11244-3080-39C6-FF85-ACF77B4BB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3CCEF9E-6573-2F16-7F78-940AB7673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/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All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glory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be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to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Christ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our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King,</a:t>
            </a:r>
            <a:endParaRPr lang="en-US" sz="7200" b="1" i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All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glory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be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to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Christ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.</a:t>
            </a:r>
            <a:endParaRPr lang="ru-RU" sz="7200" b="1" i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His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rule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and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reign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we'll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ever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sing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,</a:t>
            </a:r>
            <a:endParaRPr lang="ru-RU" sz="7200" b="1" i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All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glory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be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to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Christ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!</a:t>
            </a:r>
            <a:endParaRPr lang="ru-RU" sz="7200" b="1" i="1">
              <a:solidFill>
                <a:schemeClr val="bg1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430956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C2BF42-340A-F9C0-317C-5034EA2E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/>
            <a:r>
              <a:rPr lang="ru-RU" sz="6200" b="1" dirty="0" err="1">
                <a:solidFill>
                  <a:schemeClr val="bg1"/>
                </a:solidFill>
                <a:ea typeface="+mj-lt"/>
                <a:cs typeface="+mj-lt"/>
              </a:rPr>
              <a:t>When</a:t>
            </a:r>
            <a:r>
              <a:rPr lang="ru-RU" sz="6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200" b="1" dirty="0" err="1">
                <a:solidFill>
                  <a:schemeClr val="bg1"/>
                </a:solidFill>
                <a:ea typeface="+mj-lt"/>
                <a:cs typeface="+mj-lt"/>
              </a:rPr>
              <a:t>on</a:t>
            </a:r>
            <a:r>
              <a:rPr lang="ru-RU" sz="6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200" b="1" dirty="0" err="1">
                <a:solidFill>
                  <a:schemeClr val="bg1"/>
                </a:solidFill>
                <a:ea typeface="+mj-lt"/>
                <a:cs typeface="+mj-lt"/>
              </a:rPr>
              <a:t>the</a:t>
            </a:r>
            <a:r>
              <a:rPr lang="ru-RU" sz="6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200" b="1" dirty="0" err="1">
                <a:solidFill>
                  <a:schemeClr val="bg1"/>
                </a:solidFill>
                <a:ea typeface="+mj-lt"/>
                <a:cs typeface="+mj-lt"/>
              </a:rPr>
              <a:t>day</a:t>
            </a:r>
            <a:r>
              <a:rPr lang="ru-RU" sz="6200" b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r>
              <a:rPr lang="ru-RU" sz="6200" b="1" dirty="0" err="1">
                <a:solidFill>
                  <a:schemeClr val="bg1"/>
                </a:solidFill>
                <a:ea typeface="+mj-lt"/>
                <a:cs typeface="+mj-lt"/>
              </a:rPr>
              <a:t>the</a:t>
            </a:r>
            <a:r>
              <a:rPr lang="ru-RU" sz="6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200" b="1" dirty="0" err="1">
                <a:solidFill>
                  <a:schemeClr val="bg1"/>
                </a:solidFill>
                <a:ea typeface="+mj-lt"/>
                <a:cs typeface="+mj-lt"/>
              </a:rPr>
              <a:t>great</a:t>
            </a:r>
            <a:r>
              <a:rPr lang="ru-RU" sz="6200" b="1" dirty="0">
                <a:solidFill>
                  <a:schemeClr val="bg1"/>
                </a:solidFill>
                <a:ea typeface="+mj-lt"/>
                <a:cs typeface="+mj-lt"/>
              </a:rPr>
              <a:t> I </a:t>
            </a:r>
            <a:r>
              <a:rPr lang="ru-RU" sz="6200" b="1" dirty="0" err="1">
                <a:solidFill>
                  <a:schemeClr val="bg1"/>
                </a:solidFill>
                <a:ea typeface="+mj-lt"/>
                <a:cs typeface="+mj-lt"/>
              </a:rPr>
              <a:t>Am</a:t>
            </a:r>
            <a:r>
              <a:rPr lang="ru-RU" sz="6200" b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endParaRPr lang="en-US" sz="6200" b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6200" b="1" dirty="0">
                <a:solidFill>
                  <a:schemeClr val="bg1"/>
                </a:solidFill>
                <a:ea typeface="+mj-lt"/>
                <a:cs typeface="+mj-lt"/>
              </a:rPr>
              <a:t>The </a:t>
            </a:r>
            <a:r>
              <a:rPr lang="ru-RU" sz="6200" b="1" dirty="0" err="1">
                <a:solidFill>
                  <a:schemeClr val="bg1"/>
                </a:solidFill>
                <a:ea typeface="+mj-lt"/>
                <a:cs typeface="+mj-lt"/>
              </a:rPr>
              <a:t>Faithful</a:t>
            </a:r>
            <a:r>
              <a:rPr lang="ru-RU" sz="6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200" b="1" dirty="0" err="1">
                <a:solidFill>
                  <a:schemeClr val="bg1"/>
                </a:solidFill>
                <a:ea typeface="+mj-lt"/>
                <a:cs typeface="+mj-lt"/>
              </a:rPr>
              <a:t>and</a:t>
            </a:r>
            <a:r>
              <a:rPr lang="ru-RU" sz="6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200" b="1" dirty="0" err="1">
                <a:solidFill>
                  <a:schemeClr val="bg1"/>
                </a:solidFill>
                <a:ea typeface="+mj-lt"/>
                <a:cs typeface="+mj-lt"/>
              </a:rPr>
              <a:t>the</a:t>
            </a:r>
            <a:r>
              <a:rPr lang="ru-RU" sz="6200" b="1" dirty="0">
                <a:solidFill>
                  <a:schemeClr val="bg1"/>
                </a:solidFill>
                <a:ea typeface="+mj-lt"/>
                <a:cs typeface="+mj-lt"/>
              </a:rPr>
              <a:t> True,</a:t>
            </a:r>
            <a:endParaRPr lang="ru-RU" sz="6200" b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6200" b="1" dirty="0">
                <a:solidFill>
                  <a:schemeClr val="bg1"/>
                </a:solidFill>
                <a:ea typeface="+mj-lt"/>
                <a:cs typeface="+mj-lt"/>
              </a:rPr>
              <a:t>The </a:t>
            </a:r>
            <a:r>
              <a:rPr lang="ru-RU" sz="6200" b="1" dirty="0" err="1">
                <a:solidFill>
                  <a:schemeClr val="bg1"/>
                </a:solidFill>
                <a:ea typeface="+mj-lt"/>
                <a:cs typeface="+mj-lt"/>
              </a:rPr>
              <a:t>Lamb</a:t>
            </a:r>
            <a:r>
              <a:rPr lang="ru-RU" sz="6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200" b="1" dirty="0" err="1">
                <a:solidFill>
                  <a:schemeClr val="bg1"/>
                </a:solidFill>
                <a:ea typeface="+mj-lt"/>
                <a:cs typeface="+mj-lt"/>
              </a:rPr>
              <a:t>who</a:t>
            </a:r>
            <a:r>
              <a:rPr lang="ru-RU" sz="6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200" b="1" dirty="0" err="1">
                <a:solidFill>
                  <a:schemeClr val="bg1"/>
                </a:solidFill>
                <a:ea typeface="+mj-lt"/>
                <a:cs typeface="+mj-lt"/>
              </a:rPr>
              <a:t>was</a:t>
            </a:r>
            <a:r>
              <a:rPr lang="ru-RU" sz="6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200" b="1" dirty="0" err="1">
                <a:solidFill>
                  <a:schemeClr val="bg1"/>
                </a:solidFill>
                <a:ea typeface="+mj-lt"/>
                <a:cs typeface="+mj-lt"/>
              </a:rPr>
              <a:t>for</a:t>
            </a:r>
            <a:r>
              <a:rPr lang="ru-RU" sz="6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200" b="1" dirty="0" err="1">
                <a:solidFill>
                  <a:schemeClr val="bg1"/>
                </a:solidFill>
                <a:ea typeface="+mj-lt"/>
                <a:cs typeface="+mj-lt"/>
              </a:rPr>
              <a:t>sinner’s</a:t>
            </a:r>
            <a:r>
              <a:rPr lang="ru-RU" sz="6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200" b="1" dirty="0" err="1">
                <a:solidFill>
                  <a:schemeClr val="bg1"/>
                </a:solidFill>
                <a:ea typeface="+mj-lt"/>
                <a:cs typeface="+mj-lt"/>
              </a:rPr>
              <a:t>slain</a:t>
            </a:r>
            <a:r>
              <a:rPr lang="ru-RU" sz="6200" b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endParaRPr lang="ru-RU" sz="6200" b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6200" b="1" dirty="0" err="1">
                <a:solidFill>
                  <a:schemeClr val="bg1"/>
                </a:solidFill>
                <a:ea typeface="+mj-lt"/>
                <a:cs typeface="+mj-lt"/>
              </a:rPr>
              <a:t>Is</a:t>
            </a:r>
            <a:r>
              <a:rPr lang="ru-RU" sz="6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200" b="1" dirty="0" err="1">
                <a:solidFill>
                  <a:schemeClr val="bg1"/>
                </a:solidFill>
                <a:ea typeface="+mj-lt"/>
                <a:cs typeface="+mj-lt"/>
              </a:rPr>
              <a:t>making</a:t>
            </a:r>
            <a:r>
              <a:rPr lang="ru-RU" sz="6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200" b="1" dirty="0" err="1">
                <a:solidFill>
                  <a:schemeClr val="bg1"/>
                </a:solidFill>
                <a:ea typeface="+mj-lt"/>
                <a:cs typeface="+mj-lt"/>
              </a:rPr>
              <a:t>all</a:t>
            </a:r>
            <a:r>
              <a:rPr lang="ru-RU" sz="6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200" b="1" dirty="0" err="1">
                <a:solidFill>
                  <a:schemeClr val="bg1"/>
                </a:solidFill>
                <a:ea typeface="+mj-lt"/>
                <a:cs typeface="+mj-lt"/>
              </a:rPr>
              <a:t>things</a:t>
            </a:r>
            <a:r>
              <a:rPr lang="ru-RU" sz="62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200" b="1" dirty="0" err="1">
                <a:solidFill>
                  <a:schemeClr val="bg1"/>
                </a:solidFill>
                <a:ea typeface="+mj-lt"/>
                <a:cs typeface="+mj-lt"/>
              </a:rPr>
              <a:t>new</a:t>
            </a:r>
            <a:r>
              <a:rPr lang="ru-RU" sz="6200" b="1" dirty="0">
                <a:solidFill>
                  <a:schemeClr val="bg1"/>
                </a:solidFill>
                <a:ea typeface="+mj-lt"/>
                <a:cs typeface="+mj-lt"/>
              </a:rPr>
              <a:t>.</a:t>
            </a:r>
            <a:endParaRPr lang="ru-RU" sz="6200" b="1">
              <a:solidFill>
                <a:schemeClr val="bg1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4192773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C2BF42-340A-F9C0-317C-5034EA2E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/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Behold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our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God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shall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live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with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us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endParaRPr lang="en-US" sz="6600" b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And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be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our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Steadfast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Light,</a:t>
            </a:r>
            <a:endParaRPr lang="ru-RU" sz="6600" b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And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we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shall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e’er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His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people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be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, </a:t>
            </a:r>
            <a:endParaRPr lang="ru-RU" sz="6600" b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All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glory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be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to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6600" b="1" dirty="0" err="1">
                <a:solidFill>
                  <a:schemeClr val="bg1"/>
                </a:solidFill>
                <a:ea typeface="+mj-lt"/>
                <a:cs typeface="+mj-lt"/>
              </a:rPr>
              <a:t>Christ</a:t>
            </a:r>
            <a:r>
              <a:rPr lang="ru-RU" sz="6600" b="1" dirty="0">
                <a:solidFill>
                  <a:schemeClr val="bg1"/>
                </a:solidFill>
                <a:ea typeface="+mj-lt"/>
                <a:cs typeface="+mj-lt"/>
              </a:rPr>
              <a:t>!</a:t>
            </a:r>
            <a:endParaRPr lang="ru-RU" sz="6600" b="1">
              <a:solidFill>
                <a:schemeClr val="bg1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217668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71D129-A347-E6AB-77EA-474F6ACCFB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0BE86A8-F5F6-76B7-7E4C-529E3E6ED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/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All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glory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be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to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Christ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our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King,</a:t>
            </a:r>
            <a:endParaRPr lang="en-US" sz="7200" b="1" i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All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glory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be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to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Christ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.</a:t>
            </a:r>
            <a:endParaRPr lang="ru-RU" sz="7200" b="1" i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His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rule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and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reign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we'll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ever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sing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,</a:t>
            </a:r>
            <a:endParaRPr lang="ru-RU" sz="7200" b="1" i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All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glory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be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to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Christ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!</a:t>
            </a:r>
            <a:endParaRPr lang="ru-RU" sz="7200" b="1" i="1">
              <a:solidFill>
                <a:schemeClr val="bg1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978244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9DE602-215B-3EC9-B23D-2CD321844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75D283A-0DF1-74D9-42CF-74E1435EA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/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All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glory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be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to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Christ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our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King,</a:t>
            </a:r>
            <a:endParaRPr lang="en-US" sz="7200" b="1" i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All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glory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be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to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Christ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.</a:t>
            </a:r>
            <a:endParaRPr lang="ru-RU" sz="7200" b="1" i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/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His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rule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and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reign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we'll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ever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sing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,</a:t>
            </a:r>
            <a:endParaRPr lang="ru-RU" sz="7200" b="1" i="1">
              <a:solidFill>
                <a:schemeClr val="bg1"/>
              </a:solidFill>
              <a:ea typeface="Calibri Light"/>
              <a:cs typeface="Calibri Light"/>
            </a:endParaRPr>
          </a:p>
          <a:p>
            <a:pPr algn="ctr">
              <a:lnSpc>
                <a:spcPct val="100000"/>
              </a:lnSpc>
            </a:pP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All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glory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be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to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 </a:t>
            </a:r>
            <a:r>
              <a:rPr lang="ru-RU" sz="7200" b="1" i="1" dirty="0" err="1">
                <a:solidFill>
                  <a:schemeClr val="bg1"/>
                </a:solidFill>
                <a:ea typeface="+mj-lt"/>
                <a:cs typeface="+mj-lt"/>
              </a:rPr>
              <a:t>Christ</a:t>
            </a: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!</a:t>
            </a:r>
            <a:b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</a:br>
            <a:r>
              <a:rPr lang="ru-RU" sz="7200" b="1" i="1" dirty="0">
                <a:solidFill>
                  <a:schemeClr val="bg1"/>
                </a:solidFill>
                <a:ea typeface="+mj-lt"/>
                <a:cs typeface="+mj-lt"/>
              </a:rPr>
              <a:t>***</a:t>
            </a:r>
            <a:endParaRPr lang="ru-RU" sz="7200" b="1" i="1" dirty="0">
              <a:solidFill>
                <a:schemeClr val="bg1"/>
              </a:solidFill>
              <a:ea typeface="Calibri Light"/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2012795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C2BF42-340A-F9C0-317C-5034EA2E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endParaRPr lang="ru-RU" sz="8000" b="1" i="1" dirty="0">
              <a:solidFill>
                <a:schemeClr val="bg1"/>
              </a:solidFill>
              <a:ea typeface="Calibri Light" panose="020F0302020204030204"/>
              <a:cs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727567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C2BF42-340A-F9C0-317C-5034EA2E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endParaRPr lang="ru-RU" sz="8000" b="1" i="1" dirty="0">
              <a:solidFill>
                <a:schemeClr val="bg1"/>
              </a:solidFill>
              <a:ea typeface="Calibri Light" panose="020F0302020204030204"/>
              <a:cs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24404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8C2BF42-340A-F9C0-317C-5034EA2E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" y="-2364"/>
            <a:ext cx="12201727" cy="6854116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endParaRPr lang="ru-RU" sz="8000" b="1" i="1" dirty="0">
              <a:solidFill>
                <a:schemeClr val="bg1"/>
              </a:solidFill>
              <a:ea typeface="Calibri Light" panose="020F0302020204030204"/>
              <a:cs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6847618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Тема Office</vt:lpstr>
      <vt:lpstr>Should nothing of our efforts stand,  No legacy survive, Unless the Lord does raise the house,  In vain its builders strive.</vt:lpstr>
      <vt:lpstr>To you who boast tomorrow’s gain,  Tell me, what is your life? A mist, it vanishes at dawn,  All glory be to Christ!</vt:lpstr>
      <vt:lpstr>All glory be to Christ our King, All glory be to Christ. His rule and reign we'll ever sing, All glory be to Christ!</vt:lpstr>
      <vt:lpstr>His will be done, His kingdom come,  On earth as is above. Who is Himself our daily bread,  Praise Him the Lord of love.</vt:lpstr>
      <vt:lpstr>Let living waters satisfy  The thirsty without price. Come eat of Him, our Living Bread,  All glory be to Christ!</vt:lpstr>
      <vt:lpstr>All glory be to Christ our King, All glory be to Christ. His rule and reign we'll ever sing, All glory be to Christ!</vt:lpstr>
      <vt:lpstr>When on the day, the great I Am,  The Faithful and the True, The Lamb who was for sinner’s slain,  Is making all things new.</vt:lpstr>
      <vt:lpstr>Behold our God shall live with us,  And be our Steadfast Light, And we shall e’er His people be,  All glory be to Christ!</vt:lpstr>
      <vt:lpstr>All glory be to Christ our King, All glory be to Christ. His rule and reign we'll ever sing, All glory be to Christ!</vt:lpstr>
      <vt:lpstr>All glory be to Christ our King, All glory be to Christ. His rule and reign we'll ever sing, All glory be to Christ! ***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/>
  <cp:lastModifiedBy/>
  <cp:revision>163</cp:revision>
  <dcterms:created xsi:type="dcterms:W3CDTF">2023-12-24T07:13:13Z</dcterms:created>
  <dcterms:modified xsi:type="dcterms:W3CDTF">2026-09-21T08:40:20Z</dcterms:modified>
</cp:coreProperties>
</file>