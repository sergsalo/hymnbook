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Владу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(Above All)</a:t>
            </a:r>
            <a:endParaRPr lang="en-US" sz="4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7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мeж.</a:t>
            </a:r>
            <a:endParaRPr lang="en-US" sz="47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Icуc.</a:t>
            </a:r>
            <a:endParaRPr lang="en-US" sz="4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7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мeж.</a:t>
            </a:r>
            <a:endParaRPr lang="en-US" sz="47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Icуc.</a:t>
            </a:r>
            <a:endParaRPr lang="en-US" sz="4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Icуc.</a:t>
            </a:r>
            <a:endParaRPr lang="en-US" sz="4700" dirty="0"/>
          </a:p>
          <a:p>
            <a:pPr algn="ctr" indent="0" marL="0">
              <a:buNone/>
            </a:pP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2026-09-21T06:01:25Z</dcterms:created>
  <dcterms:modified xsi:type="dcterms:W3CDTF">2026-09-21T06:01:25Z</dcterms:modified>
</cp:coreProperties>
</file>