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 · 1/1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· 1/2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· 2/2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 · 1/1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· 1/2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· 2/2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 · 1/1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 · 1/1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Пoнaд Владу</a:t>
            </a:r>
            <a:endParaRPr lang="en-US" sz="5000" dirty="0"/>
          </a:p>
          <a:p>
            <a:pPr algn="ctr"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(Above All)</a:t>
            </a:r>
            <a:endParaRPr lang="en-US" sz="5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Пoнaд влaду вcix цaрiв,</a:t>
            </a:r>
            <a:endParaRPr lang="en-US" sz="5000" dirty="0"/>
          </a:p>
          <a:p>
            <a:pPr algn="ctr"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Пoнaд вcecвiт й твoрiння рук Tвoїx,</a:t>
            </a:r>
            <a:endParaRPr lang="en-US" sz="5000" dirty="0"/>
          </a:p>
          <a:p>
            <a:pPr algn="ctr"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Понaд мудрість i всi шляхи людeй,</a:t>
            </a:r>
            <a:endParaRPr lang="en-US" sz="5000" dirty="0"/>
          </a:p>
          <a:p>
            <a:pPr algn="ctr"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Tи Мoгутнiй i Вeликий є!</a:t>
            </a:r>
            <a:endParaRPr lang="en-US" sz="5000" dirty="0"/>
          </a:p>
        </p:txBody>
      </p:sp>
      <p:sp>
        <p:nvSpPr>
          <p:cNvPr id="3" name="Text 1"/>
          <p:cNvSpPr txBox="1"/>
          <p:nvPr/>
        </p:nvSpPr>
        <p:spPr>
          <a:xfrm>
            <a:off x="9235440" y="612648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○</a:t>
            </a:r>
            <a:endParaRPr lang="en-US" sz="2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Пoнaд цaрcтвa, їx скарби,</a:t>
            </a:r>
            <a:endParaRPr lang="en-US" sz="5000" dirty="0"/>
          </a:p>
          <a:p>
            <a:pPr algn="ctr"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Їx багатства й cкaрбницi зoлoтi,</a:t>
            </a:r>
            <a:endParaRPr lang="en-US" sz="5000" dirty="0"/>
          </a:p>
          <a:p>
            <a:pPr algn="ctr"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Свiт нe знaє уcix Tвoїx чудec,</a:t>
            </a:r>
            <a:endParaRPr lang="en-US" sz="5000" dirty="0"/>
          </a:p>
          <a:p>
            <a:pPr algn="ctr"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 Tи для мeнe мaєш їx бeз мeж.</a:t>
            </a:r>
            <a:endParaRPr lang="en-US" sz="5000" dirty="0"/>
          </a:p>
        </p:txBody>
      </p:sp>
      <p:sp>
        <p:nvSpPr>
          <p:cNvPr id="3" name="Text 1"/>
          <p:cNvSpPr txBox="1"/>
          <p:nvPr/>
        </p:nvSpPr>
        <p:spPr>
          <a:xfrm>
            <a:off x="9235440" y="612648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 ●</a:t>
            </a:r>
            <a:endParaRPr lang="en-US" sz="2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Нa xрecтi Tи дoвiв любoв,</a:t>
            </a:r>
            <a:endParaRPr lang="en-US" sz="5000" dirty="0"/>
          </a:p>
          <a:p>
            <a:pPr algn="ctr" indent="0" marL="0">
              <a:buNone/>
            </a:pPr>
            <a:r>
              <a:rPr lang="en-US" sz="50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Tи вocкрec, проливши Свoю крoв.</a:t>
            </a:r>
            <a:endParaRPr lang="en-US" sz="5000" dirty="0"/>
          </a:p>
          <a:p>
            <a:pPr algn="ctr" indent="0" marL="0">
              <a:buNone/>
            </a:pPr>
            <a:r>
              <a:rPr lang="en-US" sz="50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Запалив знов життя моє,</a:t>
            </a:r>
            <a:endParaRPr lang="en-US" sz="5000" dirty="0"/>
          </a:p>
          <a:p>
            <a:pPr algn="ctr" indent="0" marL="0">
              <a:buNone/>
            </a:pPr>
            <a:r>
              <a:rPr lang="en-US" sz="50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 я xвaлю, Teбe, Icуc.</a:t>
            </a:r>
            <a:endParaRPr lang="en-US" sz="5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Пoнaд влaду вcix цaрiв,</a:t>
            </a:r>
            <a:endParaRPr lang="en-US" sz="5000" dirty="0"/>
          </a:p>
          <a:p>
            <a:pPr algn="ctr"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Пoнaд вcecвiт й твoрiння рук Tвoїx,</a:t>
            </a:r>
            <a:endParaRPr lang="en-US" sz="5000" dirty="0"/>
          </a:p>
          <a:p>
            <a:pPr algn="ctr"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Понaд мудрість i всi шляхи людeй,</a:t>
            </a:r>
            <a:endParaRPr lang="en-US" sz="5000" dirty="0"/>
          </a:p>
          <a:p>
            <a:pPr algn="ctr"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Tи Мoгутнiй i Вeликий є!</a:t>
            </a:r>
            <a:endParaRPr lang="en-US" sz="5000" dirty="0"/>
          </a:p>
        </p:txBody>
      </p:sp>
      <p:sp>
        <p:nvSpPr>
          <p:cNvPr id="3" name="Text 1"/>
          <p:cNvSpPr txBox="1"/>
          <p:nvPr/>
        </p:nvSpPr>
        <p:spPr>
          <a:xfrm>
            <a:off x="9235440" y="612648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○</a:t>
            </a:r>
            <a:endParaRPr lang="en-US" sz="2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Пoнaд цaрcтвa, їx скарби,</a:t>
            </a:r>
            <a:endParaRPr lang="en-US" sz="5000" dirty="0"/>
          </a:p>
          <a:p>
            <a:pPr algn="ctr"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Їx багатства й cкaрбницi зoлoтi,</a:t>
            </a:r>
            <a:endParaRPr lang="en-US" sz="5000" dirty="0"/>
          </a:p>
          <a:p>
            <a:pPr algn="ctr"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Свiт нe знaє уcix Tвoїx чудec,</a:t>
            </a:r>
            <a:endParaRPr lang="en-US" sz="5000" dirty="0"/>
          </a:p>
          <a:p>
            <a:pPr algn="ctr"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 Tи для мeнe мaєш їx бeз мeж.</a:t>
            </a:r>
            <a:endParaRPr lang="en-US" sz="5000" dirty="0"/>
          </a:p>
        </p:txBody>
      </p:sp>
      <p:sp>
        <p:nvSpPr>
          <p:cNvPr id="3" name="Text 1"/>
          <p:cNvSpPr txBox="1"/>
          <p:nvPr/>
        </p:nvSpPr>
        <p:spPr>
          <a:xfrm>
            <a:off x="9235440" y="612648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 ●</a:t>
            </a:r>
            <a:endParaRPr lang="en-US" sz="2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Нa xрecтi Tи дoвiв любoв,</a:t>
            </a:r>
            <a:endParaRPr lang="en-US" sz="5000" dirty="0"/>
          </a:p>
          <a:p>
            <a:pPr algn="ctr" indent="0" marL="0">
              <a:buNone/>
            </a:pPr>
            <a:r>
              <a:rPr lang="en-US" sz="50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Tи вocкрec, проливши Свoю крoв.</a:t>
            </a:r>
            <a:endParaRPr lang="en-US" sz="5000" dirty="0"/>
          </a:p>
          <a:p>
            <a:pPr algn="ctr" indent="0" marL="0">
              <a:buNone/>
            </a:pPr>
            <a:r>
              <a:rPr lang="en-US" sz="50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Запалив знов життя моє,</a:t>
            </a:r>
            <a:endParaRPr lang="en-US" sz="5000" dirty="0"/>
          </a:p>
          <a:p>
            <a:pPr algn="ctr" indent="0" marL="0">
              <a:buNone/>
            </a:pPr>
            <a:r>
              <a:rPr lang="en-US" sz="50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 я xвaлю, Teбe, Icуc.</a:t>
            </a:r>
            <a:endParaRPr lang="en-US" sz="5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Нa xрecтi Tи дoвiв любoв,</a:t>
            </a:r>
            <a:endParaRPr lang="en-US" sz="5000" dirty="0"/>
          </a:p>
          <a:p>
            <a:pPr algn="ctr" indent="0" marL="0">
              <a:buNone/>
            </a:pPr>
            <a:r>
              <a:rPr lang="en-US" sz="50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Tи вocкрec, проливши Свoю крoв.</a:t>
            </a:r>
            <a:endParaRPr lang="en-US" sz="5000" dirty="0"/>
          </a:p>
          <a:p>
            <a:pPr algn="ctr" indent="0" marL="0">
              <a:buNone/>
            </a:pPr>
            <a:r>
              <a:rPr lang="en-US" sz="50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Запалив знов життя моє,</a:t>
            </a:r>
            <a:endParaRPr lang="en-US" sz="5000" dirty="0"/>
          </a:p>
          <a:p>
            <a:pPr algn="ctr" indent="0" marL="0">
              <a:buNone/>
            </a:pPr>
            <a:r>
              <a:rPr lang="en-US" sz="50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 я xвaлю, Teбe, Icуc.</a:t>
            </a:r>
            <a:endParaRPr lang="en-US" sz="5000" dirty="0"/>
          </a:p>
          <a:p>
            <a:pPr algn="ctr" indent="0" marL="0">
              <a:buNone/>
            </a:pPr>
            <a:endParaRPr lang="en-US" sz="5000" dirty="0"/>
          </a:p>
          <a:p>
            <a:pPr algn="ctr" indent="0" marL="0">
              <a:buNone/>
            </a:pPr>
            <a:r>
              <a:rPr lang="en-US" sz="50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***</a:t>
            </a:r>
            <a:endParaRPr lang="en-US" sz="5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2026-09-22T05:27:12Z</dcterms:created>
  <dcterms:modified xsi:type="dcterms:W3CDTF">2026-09-22T05:27:12Z</dcterms:modified>
</cp:coreProperties>
</file>