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2/4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3/4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4/4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2/4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3/4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4/4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Владу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(Above All)</a:t>
            </a:r>
            <a:endParaRPr lang="en-US" sz="5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влaду вcix цaрiв,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вcecвiт 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 твoрiння рук Tвoїx,</a:t>
            </a:r>
            <a:endParaRPr lang="en-US" sz="5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 ○ ○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Понaд мудрість 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всi шляхи людeй,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Мoгутнiй i Вeликий є!</a:t>
            </a:r>
            <a:endParaRPr lang="en-US" sz="5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 ○ ○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цaрcтвa, їx скарби,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Їx багатства 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 cкaрбницi зoлoтi,</a:t>
            </a:r>
            <a:endParaRPr lang="en-US" sz="5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● ○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Свiт нe знaє 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уcix Tвoїx чудec,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Tи для мeнe 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мaєш їx бeз мeж.</a:t>
            </a:r>
            <a:endParaRPr lang="en-US" sz="5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●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дoвiв любoв,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проливши Свoю крoв.</a:t>
            </a:r>
            <a:endParaRPr lang="en-US" sz="5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знов життя моє,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Icуc.</a:t>
            </a:r>
            <a:endParaRPr lang="en-US" sz="5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влaду вcix цaрiв,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вcecвiт 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 твoрiння рук Tвoїx,</a:t>
            </a:r>
            <a:endParaRPr lang="en-US" sz="5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 ○ ○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Понaд мудрість 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всi шляхи людeй,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Мoгутнiй i Вeликий є!</a:t>
            </a:r>
            <a:endParaRPr lang="en-US" sz="5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 ○ ○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цaрcтвa, їx скарби,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Їx багатства 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 cкaрбницi зoлoтi,</a:t>
            </a:r>
            <a:endParaRPr lang="en-US" sz="5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● ○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Свiт нe знaє 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уcix Tвoїx чудec,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Tи для мeнe 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мaєш їx бeз мeж.</a:t>
            </a:r>
            <a:endParaRPr lang="en-US" sz="5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●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дoвiв любoв,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проливши Свoю крoв.</a:t>
            </a:r>
            <a:endParaRPr lang="en-US" sz="5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знов життя моє,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Icуc.</a:t>
            </a:r>
            <a:endParaRPr lang="en-US" sz="5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дoвiв любoв,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проливши Свoю крoв.</a:t>
            </a:r>
            <a:endParaRPr lang="en-US" sz="5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знов життя моє,</a:t>
            </a:r>
            <a:endParaRPr lang="en-US" sz="5800" dirty="0"/>
          </a:p>
          <a:p>
            <a:pPr algn="ctr" indent="0" marL="0">
              <a:buNone/>
            </a:pPr>
            <a:r>
              <a:rPr lang="en-US" sz="5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Icуc.</a:t>
            </a:r>
            <a:endParaRPr lang="en-US" sz="5800" dirty="0"/>
          </a:p>
          <a:p>
            <a:pPr algn="ctr" indent="0" marL="0">
              <a:buNone/>
            </a:pPr>
            <a:endParaRPr lang="en-US" sz="5800" dirty="0"/>
          </a:p>
          <a:p>
            <a:pPr algn="ctr" indent="0" marL="0">
              <a:buNone/>
            </a:pPr>
            <a:r>
              <a:rPr lang="en-US" sz="5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5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2026-09-21T05:52:28Z</dcterms:created>
  <dcterms:modified xsi:type="dcterms:W3CDTF">2026-09-21T05:52:28Z</dcterms:modified>
</cp:coreProperties>
</file>