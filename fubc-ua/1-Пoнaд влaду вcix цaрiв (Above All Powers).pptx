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6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0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521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470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38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01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33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091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307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381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62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52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532D0-ABF6-40CC-8345-3E95684366D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507019-2A58-4CA5-90F8-990D20430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9484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32A87-B309-D2E5-E133-9F5748431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914650"/>
            <a:ext cx="12192000" cy="1028699"/>
          </a:xfrm>
        </p:spPr>
        <p:txBody>
          <a:bodyPr>
            <a:normAutofit/>
          </a:bodyPr>
          <a:lstStyle/>
          <a:p>
            <a:r>
              <a:rPr lang="en-US" sz="6600" b="1" dirty="0">
                <a:latin typeface="Ubuntu" panose="020B0504030602030204" pitchFamily="34" charset="0"/>
              </a:rPr>
              <a:t>Above All – </a:t>
            </a:r>
            <a:r>
              <a:rPr lang="uk-UA" sz="6600" b="1" dirty="0">
                <a:latin typeface="Ubuntu" panose="020B0504030602030204" pitchFamily="34" charset="0"/>
              </a:rPr>
              <a:t>Понад Владу</a:t>
            </a:r>
            <a:r>
              <a:rPr lang="en-US" sz="6600" b="1" dirty="0">
                <a:latin typeface="Ubuntu" panose="020B0504030602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727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27279-5E03-DF9E-74B6-543214C92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780B1-A839-C2E2-71B3-540850F17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5000" b="1" dirty="0">
                <a:latin typeface="Ubuntu" panose="020B0504030602030204" pitchFamily="34" charset="0"/>
              </a:rPr>
              <a:t>Понаду владу всіх царів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Понад всесвіт й творіння рук Твоїх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Понад мудрість і всі шляхи людей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Ти Могутній і Великий є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385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A109A-EC7D-0FCC-4975-D65AD5919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1032D-6FF8-B1BE-B812-AB3F043240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5000" b="1" dirty="0">
                <a:latin typeface="Ubuntu" panose="020B0504030602030204" pitchFamily="34" charset="0"/>
              </a:rPr>
              <a:t>Понаду царства їх скарби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Їх багатства й скарбниці золоті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Світ не знає усіх Твоїх чудес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А Ти для мене маєш їх без меж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6600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27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4CA3A-E8E0-2B75-1413-02E4ECAE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091E-D065-78D4-A8AB-59DBEE1318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4400" b="1" dirty="0">
                <a:latin typeface="Ubuntu" panose="020B0504030602030204" pitchFamily="34" charset="0"/>
              </a:rPr>
              <a:t>На хресті Ти довів любов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Ти воскрес проливши Свою кров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Запалив знов життя моє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І я хвалю Тебе, Ісус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8000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276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24B2-8A32-6302-CA40-0B564A4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AD12-5ABA-A347-6C34-16AC8CC3B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5000" b="1" dirty="0">
                <a:latin typeface="Ubuntu" panose="020B0504030602030204" pitchFamily="34" charset="0"/>
              </a:rPr>
              <a:t>Понаду владу всіх царів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Понад всесвіт й творіння рук Твоїх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Понад мудрість і всі шляхи людей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Ти Могутній і Великий є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766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202D6-8FDB-77CB-0237-63775B6A8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C7873-BE47-3357-2113-01DC9073FC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5000" b="1" dirty="0">
                <a:latin typeface="Ubuntu" panose="020B0504030602030204" pitchFamily="34" charset="0"/>
              </a:rPr>
              <a:t>Понаду царства їх скарби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Їх багатства й скарбниці золоті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Світ не знає усіх Твоїх чудес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5000" b="1" dirty="0">
                <a:latin typeface="Ubuntu" panose="020B0504030602030204" pitchFamily="34" charset="0"/>
              </a:rPr>
              <a:t>А Ти для мене маєш їх без меж </a:t>
            </a:r>
            <a:br>
              <a:rPr lang="uk-UA" sz="5000" b="1" dirty="0">
                <a:latin typeface="Ubuntu" panose="020B0504030602030204" pitchFamily="34" charset="0"/>
              </a:rPr>
            </a:br>
            <a:r>
              <a:rPr lang="uk-UA" sz="6600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726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A0747-E1CE-A311-ACF9-8E44AED55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4044-4CEE-3713-0AA3-4FCC05DBD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4400" b="1" dirty="0">
                <a:latin typeface="Ubuntu" panose="020B0504030602030204" pitchFamily="34" charset="0"/>
              </a:rPr>
              <a:t>На хресті Ти довів любов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Ти воскрес проливши Свою кров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Запалив знов життя моє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І я хвалю Тебе, Ісус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8000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317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F2C3-94F1-2653-5BC2-8632C578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8203-B9C0-6D32-21AC-5E42B0410A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4400" b="1" dirty="0">
                <a:latin typeface="Ubuntu" panose="020B0504030602030204" pitchFamily="34" charset="0"/>
              </a:rPr>
              <a:t>На хресті Ти довів любов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Ти воскрес проливши Свою кров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Запалив знов життя моє 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4400" b="1" dirty="0">
                <a:latin typeface="Ubuntu" panose="020B0504030602030204" pitchFamily="34" charset="0"/>
              </a:rPr>
              <a:t>І я хвалю Тебе, Ісус</a:t>
            </a:r>
            <a:br>
              <a:rPr lang="uk-UA" sz="4400" b="1" dirty="0">
                <a:latin typeface="Ubuntu" panose="020B0504030602030204" pitchFamily="34" charset="0"/>
              </a:rPr>
            </a:br>
            <a:r>
              <a:rPr lang="uk-UA" sz="8000" b="1" dirty="0">
                <a:solidFill>
                  <a:schemeClr val="bg1"/>
                </a:solidFill>
                <a:latin typeface="Ubuntu" panose="020B0504030602030204" pitchFamily="34" charset="0"/>
              </a:rPr>
              <a:t>-</a:t>
            </a:r>
            <a:endParaRPr lang="en-US" sz="4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387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2A94E-952A-83C8-A4FF-1C4B2AB8D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6D88E-2B4F-974A-EC8A-3CBC1539F1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en-US" sz="54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606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244</TotalTime>
  <Words>188</Words>
  <Application>Microsoft Office PowerPoint</Application>
  <PresentationFormat>Widescreen</PresentationFormat>
  <Paragraphs>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Ubuntu</vt:lpstr>
      <vt:lpstr>Office Theme</vt:lpstr>
      <vt:lpstr>Above All – Понад Владу </vt:lpstr>
      <vt:lpstr>Понаду владу всіх царів Понад всесвіт й творіння рук Твоїх  Понад мудрість і всі шляхи людей  Ти Могутній і Великий є -</vt:lpstr>
      <vt:lpstr>Понаду царства їх скарби Їх багатства й скарбниці золоті Світ не знає усіх Твоїх чудес А Ти для мене маєш їх без меж  -</vt:lpstr>
      <vt:lpstr>На хресті Ти довів любов  Ти воскрес проливши Свою кров Запалив знов життя моє  І я хвалю Тебе, Ісус -</vt:lpstr>
      <vt:lpstr>Понаду владу всіх царів Понад всесвіт й творіння рук Твоїх  Понад мудрість і всі шляхи людей  Ти Могутній і Великий є -</vt:lpstr>
      <vt:lpstr>Понаду царства їх скарби Їх багатства й скарбниці золоті Світ не знає усіх Твоїх чудес А Ти для мене маєш їх без меж  -</vt:lpstr>
      <vt:lpstr>На хресті Ти довів любов  Ти воскрес проливши Свою кров Запалив знов життя моє  І я хвалю Тебе, Ісус -</vt:lpstr>
      <vt:lpstr>На хресті Ти довів любов  Ти воскрес проливши Свою кров Запалив знов життя моє  І я хвалю Тебе, Ісус -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Zachary Gabriychuk</dc:creator>
  <cp:lastModifiedBy>Zachary Gabriychuk</cp:lastModifiedBy>
  <cp:revision>20</cp:revision>
  <dcterms:created xsi:type="dcterms:W3CDTF">2026-01-30T05:03:14Z</dcterms:created>
  <dcterms:modified xsi:type="dcterms:W3CDTF">2026-09-17T03:29:30Z</dcterms:modified>
</cp:coreProperties>
</file>