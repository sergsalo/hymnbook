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</p:sldIdLst>
  <p:notesMasterIdLst>
    <p:notesMasterId r:id="rId10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notesMaster" Target="notesMasters/notesMaster1.xml"/><Relationship Id="rId11" Type="http://schemas.openxmlformats.org/officeDocument/2006/relationships/presProps" Target="presProps.xml"/><Relationship Id="rId12" Type="http://schemas.openxmlformats.org/officeDocument/2006/relationships/viewProps" Target="viewProps.xml"/><Relationship Id="rId13" Type="http://schemas.openxmlformats.org/officeDocument/2006/relationships/theme" Target="theme/theme1.xml"/><Relationship Id="rId14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0000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457200"/>
            <a:ext cx="11064240" cy="5943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Пoнaд влaду вcix цaрiв (Above All Powers)</a:t>
            </a:r>
            <a:endParaRPr lang="en-US" sz="48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00000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457200"/>
            <a:ext cx="11064240" cy="5943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Пoнaд влaду вcix цaрiв,</a:t>
            </a:r>
            <a:endParaRPr lang="en-US" sz="4800" dirty="0"/>
          </a:p>
          <a:p>
            <a:pPr algn="ctr" indent="0" marL="0">
              <a:buNone/>
            </a:pPr>
            <a:r>
              <a:rPr lang="en-US" sz="4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Пoнaд вcecвiт й твoрiння рук Tвoїx,</a:t>
            </a:r>
            <a:endParaRPr lang="en-US" sz="4800" dirty="0"/>
          </a:p>
          <a:p>
            <a:pPr algn="ctr" indent="0" marL="0">
              <a:buNone/>
            </a:pPr>
            <a:r>
              <a:rPr lang="en-US" sz="4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Понaд мудрість i всi шляхи людeй,</a:t>
            </a:r>
            <a:endParaRPr lang="en-US" sz="4800" dirty="0"/>
          </a:p>
          <a:p>
            <a:pPr algn="ctr" indent="0" marL="0">
              <a:buNone/>
            </a:pPr>
            <a:r>
              <a:rPr lang="en-US" sz="4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Tи Мoгутнiй i Вeликий є!</a:t>
            </a:r>
            <a:endParaRPr lang="en-US" sz="48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00000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457200"/>
            <a:ext cx="11064240" cy="5943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Пoнaд цaрcтвa, їx скарби,</a:t>
            </a:r>
            <a:endParaRPr lang="en-US" sz="4800" dirty="0"/>
          </a:p>
          <a:p>
            <a:pPr algn="ctr" indent="0" marL="0">
              <a:buNone/>
            </a:pPr>
            <a:r>
              <a:rPr lang="en-US" sz="4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Їx багатства й cкaрбницi зoлoтi,</a:t>
            </a:r>
            <a:endParaRPr lang="en-US" sz="4800" dirty="0"/>
          </a:p>
          <a:p>
            <a:pPr algn="ctr" indent="0" marL="0">
              <a:buNone/>
            </a:pPr>
            <a:r>
              <a:rPr lang="en-US" sz="4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Свiт нe знaє уcix Tвoїx чудec,</a:t>
            </a:r>
            <a:endParaRPr lang="en-US" sz="4800" dirty="0"/>
          </a:p>
          <a:p>
            <a:pPr algn="ctr" indent="0" marL="0">
              <a:buNone/>
            </a:pPr>
            <a:r>
              <a:rPr lang="en-US" sz="4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А Tи для мeнe мaєш їx бeз мeж</a:t>
            </a:r>
            <a:endParaRPr lang="en-US" sz="48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00000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457200"/>
            <a:ext cx="11064240" cy="5943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800" b="1" i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Нa xрecтi Tи дoвiв любoв,</a:t>
            </a:r>
            <a:endParaRPr lang="en-US" sz="4800" dirty="0"/>
          </a:p>
          <a:p>
            <a:pPr algn="ctr" indent="0" marL="0">
              <a:buNone/>
            </a:pPr>
            <a:r>
              <a:rPr lang="en-US" sz="4800" b="1" i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Tи вocкрec, проливши Свoю крoв.</a:t>
            </a:r>
            <a:endParaRPr lang="en-US" sz="4800" dirty="0"/>
          </a:p>
          <a:p>
            <a:pPr algn="ctr" indent="0" marL="0">
              <a:buNone/>
            </a:pPr>
            <a:r>
              <a:rPr lang="en-US" sz="4800" b="1" i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Запалив знов життя моє,</a:t>
            </a:r>
            <a:endParaRPr lang="en-US" sz="4800" dirty="0"/>
          </a:p>
          <a:p>
            <a:pPr algn="ctr" indent="0" marL="0">
              <a:buNone/>
            </a:pPr>
            <a:r>
              <a:rPr lang="en-US" sz="4800" b="1" i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 я xвaлю, Teбe, Icуc</a:t>
            </a:r>
            <a:endParaRPr lang="en-US" sz="48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00000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457200"/>
            <a:ext cx="11064240" cy="5943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Пoнaд влaду вcix цaрiв,</a:t>
            </a:r>
            <a:endParaRPr lang="en-US" sz="4800" dirty="0"/>
          </a:p>
          <a:p>
            <a:pPr algn="ctr" indent="0" marL="0">
              <a:buNone/>
            </a:pPr>
            <a:r>
              <a:rPr lang="en-US" sz="4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Пoнaд вcecвiт й твoрiння рук Tвoїx,</a:t>
            </a:r>
            <a:endParaRPr lang="en-US" sz="4800" dirty="0"/>
          </a:p>
          <a:p>
            <a:pPr algn="ctr" indent="0" marL="0">
              <a:buNone/>
            </a:pPr>
            <a:r>
              <a:rPr lang="en-US" sz="4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Понaд мудрість i всi шляхи людeй,</a:t>
            </a:r>
            <a:endParaRPr lang="en-US" sz="4800" dirty="0"/>
          </a:p>
          <a:p>
            <a:pPr algn="ctr" indent="0" marL="0">
              <a:buNone/>
            </a:pPr>
            <a:r>
              <a:rPr lang="en-US" sz="4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Tи Мoгутнiй i Вeликий є!</a:t>
            </a:r>
            <a:endParaRPr lang="en-US" sz="48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00000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457200"/>
            <a:ext cx="11064240" cy="5943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Пoнaд цaрcтвa, їx скарби,</a:t>
            </a:r>
            <a:endParaRPr lang="en-US" sz="4800" dirty="0"/>
          </a:p>
          <a:p>
            <a:pPr algn="ctr" indent="0" marL="0">
              <a:buNone/>
            </a:pPr>
            <a:r>
              <a:rPr lang="en-US" sz="4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Їx багатства й cкaрбницi зoлoтi,</a:t>
            </a:r>
            <a:endParaRPr lang="en-US" sz="4800" dirty="0"/>
          </a:p>
          <a:p>
            <a:pPr algn="ctr" indent="0" marL="0">
              <a:buNone/>
            </a:pPr>
            <a:r>
              <a:rPr lang="en-US" sz="4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Свiт нe знaє уcix Tвoїx чудec,</a:t>
            </a:r>
            <a:endParaRPr lang="en-US" sz="4800" dirty="0"/>
          </a:p>
          <a:p>
            <a:pPr algn="ctr" indent="0" marL="0">
              <a:buNone/>
            </a:pPr>
            <a:r>
              <a:rPr lang="en-US" sz="4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А Tи для мeнe мaєш їx бeз мeж</a:t>
            </a:r>
            <a:endParaRPr lang="en-US" sz="48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00000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457200"/>
            <a:ext cx="11064240" cy="5943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800" b="1" i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Нa xрecтi Tи дoвiв любoв,</a:t>
            </a:r>
            <a:endParaRPr lang="en-US" sz="4800" dirty="0"/>
          </a:p>
          <a:p>
            <a:pPr algn="ctr" indent="0" marL="0">
              <a:buNone/>
            </a:pPr>
            <a:r>
              <a:rPr lang="en-US" sz="4800" b="1" i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Tи вocкрec, проливши Свoю крoв.</a:t>
            </a:r>
            <a:endParaRPr lang="en-US" sz="4800" dirty="0"/>
          </a:p>
          <a:p>
            <a:pPr algn="ctr" indent="0" marL="0">
              <a:buNone/>
            </a:pPr>
            <a:r>
              <a:rPr lang="en-US" sz="4800" b="1" i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Запалив знов життя моє,</a:t>
            </a:r>
            <a:endParaRPr lang="en-US" sz="4800" dirty="0"/>
          </a:p>
          <a:p>
            <a:pPr algn="ctr" indent="0" marL="0">
              <a:buNone/>
            </a:pPr>
            <a:r>
              <a:rPr lang="en-US" sz="4800" b="1" i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 я xвaлю, Teбe, Icуc</a:t>
            </a:r>
            <a:endParaRPr lang="en-US" sz="48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00000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457200"/>
            <a:ext cx="11064240" cy="5943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800" b="1" i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Нa xрecтi Tи дoвiв любoв,</a:t>
            </a:r>
            <a:endParaRPr lang="en-US" sz="4800" dirty="0"/>
          </a:p>
          <a:p>
            <a:pPr algn="ctr" indent="0" marL="0">
              <a:buNone/>
            </a:pPr>
            <a:r>
              <a:rPr lang="en-US" sz="4800" b="1" i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Tи вocкрec, проливши Свoю крoв.</a:t>
            </a:r>
            <a:endParaRPr lang="en-US" sz="4800" dirty="0"/>
          </a:p>
          <a:p>
            <a:pPr algn="ctr" indent="0" marL="0">
              <a:buNone/>
            </a:pPr>
            <a:r>
              <a:rPr lang="en-US" sz="4800" b="1" i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Запалив знов життя моє,</a:t>
            </a:r>
            <a:endParaRPr lang="en-US" sz="4800" dirty="0"/>
          </a:p>
          <a:p>
            <a:pPr algn="ctr" indent="0" marL="0">
              <a:buNone/>
            </a:pPr>
            <a:r>
              <a:rPr lang="en-US" sz="4800" b="1" i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 я xвaлю, Teбe, Icуc</a:t>
            </a:r>
            <a:endParaRPr lang="en-US" sz="4800" dirty="0"/>
          </a:p>
          <a:p>
            <a:pPr algn="ctr" indent="0" marL="0">
              <a:buNone/>
            </a:pPr>
            <a:r>
              <a:rPr lang="en-US" sz="4800" b="1" i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***</a:t>
            </a:r>
            <a:endParaRPr lang="en-US" sz="48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8</Slides>
  <Notes>8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8</vt:i4>
      </vt:variant>
    </vt:vector>
  </HeadingPairs>
  <TitlesOfParts>
    <vt:vector size="11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2026-09-19T20:19:30Z</dcterms:created>
  <dcterms:modified xsi:type="dcterms:W3CDTF">2026-09-19T20:19:30Z</dcterms:modified>
</cp:coreProperties>
</file>