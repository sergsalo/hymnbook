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8" dt="2026-09-21T06:57:26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Великий Б‍‍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оже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! Як на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світ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погл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‍‍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яну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en-US" sz="6200" b="1" dirty="0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На все, на в‍‍се, </a:t>
            </a:r>
            <a:br>
              <a:rPr lang="ru-RU" sz="6200" b="1" dirty="0">
                <a:ea typeface="+mj-lt"/>
                <a:cs typeface="+mj-lt"/>
              </a:rPr>
            </a:b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Що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Т‍‍и створив в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кра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‍‍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сі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</a:p>
          <a:p>
            <a:pPr algn="ctr"/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Як кожний тв‍‍ір Тобі складає ш‍‍ану,</a:t>
            </a:r>
          </a:p>
          <a:p>
            <a:pPr algn="ctr">
              <a:lnSpc>
                <a:spcPct val="100000"/>
              </a:lnSpc>
            </a:pP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І як обн‍‍яв люб‍‍ов'ю Ти ус‍‍іх;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Тоді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Госп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‍‍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одь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мій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 д‍‍ух 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співа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 То‍‍бі:</a:t>
            </a:r>
            <a:endParaRPr lang="en-US" sz="6600" b="1" i="1" dirty="0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Великий Т‍‍и! Великий Т‍‍и!</a:t>
            </a:r>
            <a:endParaRPr lang="ru-RU" sz="6600" b="1" i="1" dirty="0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Тоді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Госп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‍‍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одь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мій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 д‍‍ух 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співа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 То‍‍</a:t>
            </a:r>
            <a:r>
              <a:rPr lang="ru-RU" sz="6600" b="1" i="1" dirty="0" err="1">
                <a:solidFill>
                  <a:schemeClr val="bg1"/>
                </a:solidFill>
                <a:ea typeface="+mj-lt"/>
                <a:cs typeface="+mj-lt"/>
              </a:rPr>
              <a:t>бі</a:t>
            </a: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:</a:t>
            </a:r>
            <a:endParaRPr lang="ru-RU" sz="6600" b="1" i="1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+mj-lt"/>
                <a:cs typeface="+mj-lt"/>
              </a:rPr>
              <a:t>Великий Ти! Вел‍‍икий Т‍‍и!</a:t>
            </a:r>
            <a:endParaRPr lang="ru-RU" sz="6600" b="1" i="1">
              <a:solidFill>
                <a:schemeClr val="bg1"/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820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Коли дивлюсь на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мерехтливі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зорі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en-US" sz="6000" b="1" dirty="0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Там, де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незнані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нам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горять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світи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6000" b="1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Де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сонце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й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місяць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у небес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просторі</a:t>
            </a:r>
            <a:endParaRPr lang="ru-RU" sz="6000" b="1" dirty="0" err="1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err="1">
                <a:solidFill>
                  <a:schemeClr val="bg1"/>
                </a:solidFill>
                <a:ea typeface="+mj-lt"/>
                <a:cs typeface="+mj-lt"/>
              </a:rPr>
              <a:t>Пливуть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у </a:t>
            </a:r>
            <a:r>
              <a:rPr lang="ru-RU" sz="6000" b="1" err="1">
                <a:solidFill>
                  <a:schemeClr val="bg1"/>
                </a:solidFill>
                <a:ea typeface="+mj-lt"/>
                <a:cs typeface="+mj-lt"/>
              </a:rPr>
              <a:t>тиші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000" b="1" err="1">
                <a:solidFill>
                  <a:schemeClr val="bg1"/>
                </a:solidFill>
                <a:ea typeface="+mj-lt"/>
                <a:cs typeface="+mj-lt"/>
              </a:rPr>
              <a:t>наче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err="1">
                <a:solidFill>
                  <a:schemeClr val="bg1"/>
                </a:solidFill>
                <a:ea typeface="+mj-lt"/>
                <a:cs typeface="+mj-lt"/>
              </a:rPr>
              <a:t>кораблі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;</a:t>
            </a:r>
            <a:endParaRPr lang="ru-RU" sz="6000" b="1">
              <a:solidFill>
                <a:schemeClr val="bg1"/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256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Тоді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Госп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‍‍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одь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мій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 д‍‍ух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співа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 То‍‍бі:</a:t>
            </a:r>
            <a:endParaRPr lang="en-US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Великий Т‍‍и! Великий Т‍‍и!</a:t>
            </a:r>
            <a:endParaRPr lang="ru-RU" sz="6600" dirty="0">
              <a:solidFill>
                <a:srgbClr val="000000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Тоді, Госп‍‍одь, мій д‍‍ух співа То‍‍бі:</a:t>
            </a:r>
            <a:endParaRPr lang="ru-RU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Великий Ти! Вел‍‍икий Т‍‍и!</a:t>
            </a:r>
            <a:endParaRPr lang="ru-RU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7833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Коли беру я книгу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Заповітів</a:t>
            </a:r>
            <a:endParaRPr lang="en-US" sz="6400" b="1" dirty="0" err="1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І в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Ній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читаю про 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Твої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діла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6400" b="1" dirty="0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Як полюбив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Ти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нас, людей на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світі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6400" b="1" dirty="0">
              <a:solidFill>
                <a:schemeClr val="bg1"/>
              </a:solidFill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І </a:t>
            </a:r>
            <a:r>
              <a:rPr lang="ru-RU" sz="6400" b="1" err="1">
                <a:solidFill>
                  <a:schemeClr val="bg1"/>
                </a:solidFill>
                <a:ea typeface="+mj-lt"/>
                <a:cs typeface="+mj-lt"/>
              </a:rPr>
              <a:t>Свого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Сина з неба нам послав;</a:t>
            </a:r>
            <a:endParaRPr lang="ru-RU" sz="6400" b="1">
              <a:solidFill>
                <a:schemeClr val="bg1"/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290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Тоді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Госп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‍‍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одь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мій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 д‍‍ух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співа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 То‍‍бі:</a:t>
            </a:r>
            <a:endParaRPr lang="en-US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Великий Т‍‍и! Великий Т‍‍и!</a:t>
            </a:r>
            <a:endParaRPr lang="ru-RU" sz="6600" dirty="0">
              <a:solidFill>
                <a:srgbClr val="000000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Тоді, Госп‍‍одь, мій д‍‍ух співа То‍‍бі:</a:t>
            </a:r>
            <a:endParaRPr lang="ru-RU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Великий Ти! Вел‍‍икий Т‍‍и!</a:t>
            </a:r>
            <a:endParaRPr lang="ru-RU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9277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Коли Господь мене Сам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закликає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en-US" sz="6400" b="1">
              <a:solidFill>
                <a:schemeClr val="bg1"/>
              </a:solidFill>
              <a:ea typeface="+mj-lt"/>
              <a:cs typeface="+mj-lt"/>
            </a:endParaRPr>
          </a:p>
          <a:p>
            <a:pPr algn="ctr"/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І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світить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промінь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сяєва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Його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</a:p>
          <a:p>
            <a:pPr algn="ctr"/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Тоді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мій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дух в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покорі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замовкає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</a:p>
          <a:p>
            <a:pPr algn="ctr"/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Признавши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велич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 Господа </a:t>
            </a:r>
            <a:r>
              <a:rPr lang="ru-RU" sz="6400" b="1" dirty="0" err="1">
                <a:solidFill>
                  <a:schemeClr val="bg1"/>
                </a:solidFill>
                <a:ea typeface="+mj-lt"/>
                <a:cs typeface="+mj-lt"/>
              </a:rPr>
              <a:t>свого</a:t>
            </a:r>
            <a:r>
              <a:rPr lang="ru-RU" sz="64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21766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954D34-E24B-15BC-1B51-10F1DAF65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B0F5AFF-21B2-472D-2068-1AFB8845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Тоді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Госп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‍‍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одь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,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мій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 д‍‍ух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співа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 То‍‍бі:</a:t>
            </a:r>
            <a:endParaRPr lang="en-US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Великий Т‍‍и! Великий Т‍‍и!</a:t>
            </a:r>
            <a:endParaRPr lang="ru-RU" sz="6600" dirty="0">
              <a:solidFill>
                <a:srgbClr val="000000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Тоді, Госп‍‍одь, мій д‍‍ух співа То‍‍бі:</a:t>
            </a:r>
            <a:endParaRPr lang="ru-RU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Великий Ти! Вел‍‍икий Т‍‍и!</a:t>
            </a:r>
            <a:endParaRPr lang="ru-RU" sz="6600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2996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2BD16-E865-91ED-6405-39A27289D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DA08973-F9E1-C09E-4C2C-FFFE469DA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Великий 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Ти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! Вел‍‍</a:t>
            </a:r>
            <a:r>
              <a:rPr lang="ru-RU" sz="6600" b="1" i="1" dirty="0" err="1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икий</a:t>
            </a:r>
            <a: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 Т‍‍и!</a:t>
            </a:r>
            <a:br>
              <a:rPr lang="ru-RU" sz="6600" b="1" i="1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</a:br>
            <a:r>
              <a:rPr lang="ru-RU" sz="6600" dirty="0">
                <a:solidFill>
                  <a:schemeClr val="bg1"/>
                </a:solidFill>
                <a:ea typeface="Calibri Light" panose="020F0302020204030204"/>
                <a:cs typeface="Calibri Light" panose="020F0302020204030204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21439441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Тема Office</vt:lpstr>
      <vt:lpstr>Великий Б‍‍оже! Як на світ погл‍‍яну, На все, на в‍‍се,  Що Т‍‍и створив в кра‍‍сі, Як кожний тв‍‍ір Тобі складає ш‍‍ану, І як обн‍‍яв люб‍‍ов'ю Ти ус‍‍іх;</vt:lpstr>
      <vt:lpstr>Тоді, Госп‍‍одь, мій д‍‍ух співа То‍‍бі: Великий Т‍‍и! Великий Т‍‍и! Тоді, Госп‍‍одь, мій д‍‍ух співа То‍‍бі: Великий Ти! Вел‍‍икий Т‍‍и!</vt:lpstr>
      <vt:lpstr>Коли дивлюсь на мерехтливі зорі, Там, де незнані нам горять світи, Де сонце й місяць у небес просторі Пливуть у тиші, наче кораблі;</vt:lpstr>
      <vt:lpstr>Тоді, Госп‍‍одь, мій д‍‍ух співа То‍‍бі: Великий Т‍‍и! Великий Т‍‍и! Тоді, Госп‍‍одь, мій д‍‍ух співа То‍‍бі: Великий Ти! Вел‍‍икий Т‍‍и!</vt:lpstr>
      <vt:lpstr>Коли беру я книгу Заповітів І в Ній читаю про Твої діла, Як полюбив Ти нас, людей на світі, І Свого Сина з неба нам послав;</vt:lpstr>
      <vt:lpstr>Тоді, Госп‍‍одь, мій д‍‍ух співа То‍‍бі: Великий Т‍‍и! Великий Т‍‍и! Тоді, Госп‍‍одь, мій д‍‍ух співа То‍‍бі: Великий Ти! Вел‍‍икий Т‍‍и!</vt:lpstr>
      <vt:lpstr>Коли Господь мене Сам закликає, І світить промінь сяєва Його, Тоді мій дух в покорі замовкає, Признавши велич Господа свого!</vt:lpstr>
      <vt:lpstr>Тоді, Госп‍‍одь, мій д‍‍ух співа То‍‍бі: Великий Т‍‍и! Великий Т‍‍и! Тоді, Госп‍‍одь, мій д‍‍ух співа То‍‍бі: Великий Ти! Вел‍‍икий Т‍‍и!</vt:lpstr>
      <vt:lpstr>Великий Ти! Вел‍‍икий Т‍‍и! ***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220</cp:revision>
  <dcterms:created xsi:type="dcterms:W3CDTF">2023-12-24T07:13:13Z</dcterms:created>
  <dcterms:modified xsi:type="dcterms:W3CDTF">2026-09-24T06:52:33Z</dcterms:modified>
</cp:coreProperties>
</file>