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Б‍‍оже! 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на світ погл‍‍яну</a:t>
            </a:r>
            <a:endParaRPr lang="en-US" sz="5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Б‍‍оже! Як на світ погл‍‍яну,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все, на в‍‍се, Що Т‍‍и створив в кра‍‍сі,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кожний тв‍‍ір Тобі складає ш‍‍ану,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як обн‍‍яв люб‍‍ов'ю Ти ус‍‍іх;</a:t>
            </a:r>
            <a:endParaRPr lang="en-US" sz="5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5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дивлюсь на мерехтливі зорі,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Там, де незнані нам горять світи,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сонце й місяць у небес просторі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Пливуть у тиші, наче кораблі;</a:t>
            </a:r>
            <a:endParaRPr lang="en-US" sz="5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5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беру я книгу Заповітів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Ній читаю про Твої діла,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полюбив Ти нас, людей на світі,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Свого Сина з неба нам послав;</a:t>
            </a:r>
            <a:endParaRPr lang="en-US" sz="5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5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Господь мене Сам закликає,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світить промінь сяєва Його,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 мій дух в покорі замовкає,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Признавши велич Господа свого!</a:t>
            </a:r>
            <a:endParaRPr lang="en-US" sz="5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5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5100" dirty="0"/>
          </a:p>
          <a:p>
            <a:pPr algn="ctr" indent="0" marL="0">
              <a:buNone/>
            </a:pPr>
            <a:endParaRPr lang="en-US" sz="5100" dirty="0"/>
          </a:p>
          <a:p>
            <a:pPr algn="ctr" indent="0" marL="0">
              <a:buNone/>
            </a:pPr>
            <a:r>
              <a:rPr lang="en-US" sz="5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2026-09-24T17:57:51Z</dcterms:created>
  <dcterms:modified xsi:type="dcterms:W3CDTF">2026-09-24T17:57:51Z</dcterms:modified>
</cp:coreProperties>
</file>