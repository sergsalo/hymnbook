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 благий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№95)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 благий,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сили мало в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почуй голос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зі мною всі дні.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слабкий мій зміцни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благодаті живій,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впав на путі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пустині земній.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 мій, дай, щоб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землі свято жив,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марнотне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цей світ не любив.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міг у житті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Завіт берегти,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на заклик святий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був готовий іти.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2026-09-30T17:55:36Z</dcterms:created>
  <dcterms:modified xsi:type="dcterms:W3CDTF">2026-09-30T17:55:36Z</dcterms:modified>
</cp:coreProperties>
</file>