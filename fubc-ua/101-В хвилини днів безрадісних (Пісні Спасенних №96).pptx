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хвилини днів безрадісних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хвилини днів безрадісних,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душа в журбі,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підтримкою й відрадою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молитва є тоді.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3720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6088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5994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сила благодатная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цих словах живих,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таємна, життєдайная,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свята краса у них.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2255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4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7460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душі тягар десь дінеться,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сумніви пройшли,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плачеться, і віриться,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легко так мені.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7556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2253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159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2026-09-30T21:43:42Z</dcterms:created>
  <dcterms:modified xsi:type="dcterms:W3CDTF">2026-09-30T21:43:42Z</dcterms:modified>
</cp:coreProperties>
</file>