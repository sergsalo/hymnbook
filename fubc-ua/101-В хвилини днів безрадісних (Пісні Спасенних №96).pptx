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хвилини днів безрадісних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№96)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хвилини днів безрадісних,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душа в журбі,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підтримкою й відрадою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молитва є тоді. :||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Є сила благодатная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цих словах живих,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таємна, життєдайная,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свята краса у них.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душі тягар десь дінеться,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всі сумніви пройшли,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і плачеться, і віриться,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легко так мені.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2026-09-30T17:55:47Z</dcterms:created>
  <dcterms:modified xsi:type="dcterms:W3CDTF">2026-09-30T17:55:47Z</dcterms:modified>
</cp:coreProperties>
</file>