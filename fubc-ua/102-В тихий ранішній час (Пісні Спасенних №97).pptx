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тихий ранішній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тихий ранішній час, чи як день вже погас,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Господом я на колінах.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почує мене – і журба промине,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серцю Він дасть неодмінно.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рано встаю, Ним одним я живу,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усі перешкоди осилю.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Ним я кріплюсь, тільки Ним я хвалюсь,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черпаю бадьорість і силу.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нічної пори від турбот всіх земних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Творця спочиваю,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відкриває мені Він завіти Свої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присутність Його відчуваю.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Бог чує мене, розуміє 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біль серця мого поділяє.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молитві моїй мир дарує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 вірі Він диво являє.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тихий ранішній час, чи як день вже погас,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Господом я на колінах.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приємно мені з Ним в дорозі земній,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бути з Ним кожну хвилину.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мить останню життя хай молитва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дух мій навіки зʼєднає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осяє мій шлях у святі небеса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мене мій Спаситель чекає.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2026-09-30T17:55:57Z</dcterms:created>
  <dcterms:modified xsi:type="dcterms:W3CDTF">2026-09-30T17:55:57Z</dcterms:modified>
</cp:coreProperties>
</file>