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молитва, о, молитва!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№98)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молитва, о, молитва!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мова з Господом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скорботі чи у битві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укріпляє дух вона.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я вночі не спав,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коліна знов ставав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душею з Богом говорив: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«Боже мій, почуй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тривога вся мине,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поможи, я вибився із сил!»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Бушував надворі вітер,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вікну сердито 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душу біль нестерпний гнітив,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знесилення томив.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утішився я Ним,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Відкупителем моїм,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сльозах Його я умоляв: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«Боже мій! Ти знаєш все,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мені печаль несе.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стомивсь і мало що не впав».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я не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безтурботного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утомлююсь, страждаю,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у Тебе співчуття.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знаю, що завжди,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дні відради чи біди,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добра пастирська Твоя рука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моїх лежить плечах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знімає серця страх,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направляє в дивні небеса.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молитва, о, молитва!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Мов на крилах я лечу.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благодаті я зміцнився,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радість я відчув.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любов Твоя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давала для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борні надію я втрачав.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Твоїх святих висот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зір підносив в дні скорбот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у вірі укріпляв.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2026-09-30T17:56:06Z</dcterms:created>
  <dcterms:modified xsi:type="dcterms:W3CDTF">2026-09-30T17:56:06Z</dcterms:modified>
</cp:coreProperties>
</file>