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Молись в день радості і щастя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№99)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Молись в день радості і щастя,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турботах і в борні молись!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Молись, коли грозить нещастя,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тривожишся – молись!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Молись, коли ти кривду терпиш,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небезпеці – теж молись!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Молись за друзів щирим серцем,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злого ворога молись!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Молись, коли слабіють сили,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міцнішаєш – молись!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Молись при дорогій могилі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 народжених молись!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Молись, коли знеможеш в вірі,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переміг себе – молись!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Молись і слав Христову милість,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усюди і завжди молись!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2026-09-30T17:56:17Z</dcterms:created>
  <dcterms:modified xsi:type="dcterms:W3CDTF">2026-09-30T17:56:17Z</dcterms:modified>
</cp:coreProperties>
</file>