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Любов, як сонце для землі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№100)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Любов, як сонце для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Творець у Сині 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радість дарувати всім,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кожен щастя мав.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Зникає зло, немов туман,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променів святих.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завжди несе бальзам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ран моїх важких.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Творця з початку днів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шукає тих, хто гине в тьмі;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спасла мене від зла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веде в прекрасні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любовʼю освітив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всевишній Бог,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від пітьми гріха прозрів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став дитям Його.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я знаю, Хто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смерті врятував.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Усе своє життя земне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навік віддав.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Творця з початку днів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шукає тих, хто гине в тьмі;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спасла мене від зла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веде в прекрасні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 Сонце Правди й доброти,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гріє в час сумний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освітлює мене завжди,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Христос, Спаситель мій.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Співаю радо я Йому: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прийшов журбі кінець!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небі з рук Його прийму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святий вінець.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Творця з початку днів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шукає тих, хто гине в тьмі;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спасла мене від зла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веде в прекрасні небеса.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2026-09-30T18:44:18Z</dcterms:created>
  <dcterms:modified xsi:type="dcterms:W3CDTF">2026-09-30T18:44:18Z</dcterms:modified>
</cp:coreProperties>
</file>