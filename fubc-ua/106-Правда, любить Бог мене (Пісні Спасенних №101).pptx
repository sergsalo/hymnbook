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||:1-1:|| · rows:2,1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||:1-1:|| · rows:2,1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||:1-1:|| · rows:2,1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||:1-1:|| · rows:2,1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Правда, любить Бог мене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№101)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Правда, любить Бог мене: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за мене постраждав,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темну ніч чи в світлий день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бути поруч обіцяв.</a:t>
            </a:r>
            <a:endParaRPr lang="en-US" sz="5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Правда, любить,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любить Бог мене: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за мене постраждав.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922854" y="235915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275242" y="235915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74302" y="273253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Правда, любить Бог мене;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бачить Він журбу мою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 співчутливо подає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руку сильную Свою.</a:t>
            </a:r>
            <a:endParaRPr lang="en-US" sz="5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Правда, любить,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любить Бог мене: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за мене постраждав.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922854" y="235915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275242" y="235915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74302" y="273253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Правда, любить Бог мене,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помагає у борні,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через Слово Він Своє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посилає сил мені.</a:t>
            </a:r>
            <a:endParaRPr lang="en-US" sz="5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Правда, любить,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любить Бог мене: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за мене постраждав.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922854" y="235915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275242" y="235915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74302" y="273253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Правда, любить Бог мене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прощає всякий гріх.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Хочу вчитись кожен день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так, як Він, любити всіх.</a:t>
            </a:r>
            <a:endParaRPr lang="en-US" sz="5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Правда, любить,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любить Бог мене: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за мене постраждав.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922854" y="235915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275242" y="235915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74302" y="273253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2026-09-30T21:43:45Z</dcterms:created>
  <dcterms:modified xsi:type="dcterms:W3CDTF">2026-09-30T21:43:45Z</dcterms:modified>
</cp:coreProperties>
</file>