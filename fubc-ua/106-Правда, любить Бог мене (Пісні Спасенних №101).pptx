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Правда, любить Бог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Правда, любить Бог мене: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темну ніч чи в світлий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поруч обіцяв.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Правда, любить, любить Бог мене: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Правда, любить Бог мене;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Він журбу мою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співчутливо подає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руку сильную Свою.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Правда, любить, любить Бог мене: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Правда, любить Бог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помагає у борні,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Слово Він Своє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посилає сил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Правда, любить, любить Бог мене: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постраждав.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Правда, любить Бог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прощає всякий гріх.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вчитись кожен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Він, любити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||: Правда, любить, любить Бог мене: :||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мене постраждав.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2026-09-30T18:44:28Z</dcterms:created>
  <dcterms:modified xsi:type="dcterms:W3CDTF">2026-09-30T18:44:28Z</dcterms:modified>
</cp:coreProperties>
</file>