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любов! Про неї я співаю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№102)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любов! Про неї я співаю,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сповіщаю всім чудову вість,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прийшов Ісус Христос із неба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спасіння грішникам приніс.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любов мене знайшла,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любов мене спасла.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полюбив мене, на смерть віддав Себе;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любов мене спасла.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любов, проявлена Ісусом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час, коли Він в грішнім світі жив!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гріхи людей страждав Спаситель,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спасіння Він для всіх звершив.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любов мене знайшла,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любов мене спасла.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полюбив мене, на смерть віддав Себе;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любов мене спасла.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любов – бальзам на рани серця,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захист для душі в житті моїм!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вона втішає у стражданнях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мене провадить в Отчий дім.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любов мене знайшла,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любов мене спасла.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полюбив мене, на смерть віддав Себе;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любов мене спасла.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2026-09-30T18:44:37Z</dcterms:created>
  <dcterms:modified xsi:type="dcterms:W3CDTF">2026-09-30T18:44:37Z</dcterms:modified>
</cp:coreProperties>
</file>