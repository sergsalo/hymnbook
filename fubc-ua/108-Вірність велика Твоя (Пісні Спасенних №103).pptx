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Вірність велика Твоя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№103)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Вірність велика Твоя, вічний Боже!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Милість Твою відчуваєм весь час.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є незмінний, відвіку Ти Той же: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повний любові та ласки до нас.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Вірність великую, вірність великую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 відчуваємо, Боже, щодня: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необхідне Ти нам посилаєш.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Вірність велика, о Боже, Твоя!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Боже, який Ти до нас милостивий!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Всесвіт в премудрості вічній створив: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літо і зиму, жнива і посіви,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дивно Ти, Боже, усе встановив.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Вірність великую, вірність великую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 відчуваємо, Боже, щодня: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необхідне Ти нам посилаєш.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Вірність велика, о Боже, Твоя!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Мир для душі, від пороків свободу,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поміч в стражданнях і вічне життя,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Слові предвічнім святу насолоду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завжди дарує нам вірність Твоя.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Вірність великую, вірність великую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 відчуваємо, Боже, щодня: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необхідне Ти нам посилаєш.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Вірність велика, о Боже, Твоя!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2026-09-30T18:44:48Z</dcterms:created>
  <dcterms:modified xsi:type="dcterms:W3CDTF">2026-09-30T18:44:48Z</dcterms:modified>
</cp:coreProperties>
</file>