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нас Христос безмірно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нас Христос безмірно,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ніжно, завжди вірно,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світу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друзі забувають,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Ісус не покидає;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терпів страждання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Грішним дав Він оправдання,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гріхи усі прощає,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дивну посилає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все Йому ввіряє;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пізнати побажає,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щастя той надбає;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Рани серця Він лікує,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спокус усіх рятує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нове життя дарує;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до Себе закликає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вічне Він приймає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блаженство обіцяє,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для блага посилає,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провадить нас до раю;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Він!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2026-09-30T18:44:58Z</dcterms:created>
  <dcterms:modified xsi:type="dcterms:W3CDTF">2026-09-30T18:44:58Z</dcterms:modified>
</cp:coreProperties>
</file>