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благодать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№5)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благодать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дітей Своїх пролий,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всім перебувать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вічній милості Твоїй.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єднання дай серцям,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правди научай,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так жити нам,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ввійти в небесний край.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розмʼякши серця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посій слова святі,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 них впаде роса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ласки й миру в повноті.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єднання дай серцям,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правди научай,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так жити нам,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ввійти в небесний край.</a:t>
            </a:r>
            <a:endParaRPr 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Сповни Духом нас Святим,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вічним Словом просвіти,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усіх благослови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вірі укріпи.</a:t>
            </a:r>
            <a:endParaRPr lang="en-US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єднання дай серцям,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правди научай,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так жити нам,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ввійти в небесний край.</a:t>
            </a:r>
            <a:endParaRPr lang="en-US" sz="5400" dirty="0"/>
          </a:p>
          <a:p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2026-09-25T07:16:12Z</dcterms:created>
  <dcterms:modified xsi:type="dcterms:W3CDTF">2026-09-25T07:16:12Z</dcterms:modified>
</cp:coreProperties>
</file>