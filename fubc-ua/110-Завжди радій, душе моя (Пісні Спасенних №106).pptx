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радій, душе моя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радій, душе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Ісуса славослов!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і честь Йому складаю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дивну і святу Його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бачив, як я гріх чинив,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все ж мене Він полюбив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 мене, Свою проливши кров.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Вічна й безмежна є Його любов!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проти мене ворог 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захистить від нього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твердо знаю, знаю: приведе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мене Його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2026-09-30T18:45:07Z</dcterms:created>
  <dcterms:modified xsi:type="dcterms:W3CDTF">2026-09-30T18:45:07Z</dcterms:modified>
</cp:coreProperties>
</file>