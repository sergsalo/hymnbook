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зір багато угорі!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зір багато угорі!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Зоря різниться від зорі!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краща всіх зірок – краса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вічної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Христа! Любов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ясніша сонця й зір.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серце стомлене, радій: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Творець всього – Спаситель твій!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 шляхом вузьким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тебе у вічний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Христа! Любов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ясніша сонця й зір.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дала мені нове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живе в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довіряюсь тільки їй.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Христа! Любов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ясніша сонця й зір.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2026-09-30T18:45:19Z</dcterms:created>
  <dcterms:modified xsi:type="dcterms:W3CDTF">2026-09-30T18:45:19Z</dcterms:modified>
</cp:coreProperties>
</file>