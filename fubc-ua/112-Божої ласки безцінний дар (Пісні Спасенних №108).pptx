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Божої ласки безцінний дар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№108)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Божої ласки безцінний дар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глибший морів і вищий від хмар.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Тяжко Христос на хресті страждав,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ласки нам спадщину в небі дав.</a:t>
            </a:r>
            <a:endParaRPr lang="en-US" sz="5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 в цьому світі царить навкруг,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полонити хоче наш дух.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Ласка Христова нас захистить,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 примножить, любов зміцнить.</a:t>
            </a:r>
            <a:endParaRPr lang="en-US" sz="5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Плями гріховні змиває всі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кров, що Христос пролив на хресті.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Болі знімає з сердечних ран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ласки бездонної океан.</a:t>
            </a:r>
            <a:endParaRPr lang="en-US" sz="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Господи, ласку Свою яви,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нашому серці завжди живи.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Ласка, як сонце, хай світить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увійдем у Ханаан.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2026-09-30T18:45:31Z</dcterms:created>
  <dcterms:modified xsi:type="dcterms:W3CDTF">2026-09-30T18:45:31Z</dcterms:modified>
</cp:coreProperties>
</file>