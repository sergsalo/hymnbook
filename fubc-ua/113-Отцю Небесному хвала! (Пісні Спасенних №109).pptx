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Отцю Небесному хвала!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№109)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Отцю Небесному хвала!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 світ Спасителя послав!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Помер безгрішний Божий Син,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ми раділи вічно з Ним.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Свята любов Христова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зняла гріха окови.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все звершив Сам Бог для нас,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хвала Його любові!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Ісусова любов свята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дарує нам нове життя.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Вона розвіює в серцях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усякі сумніви і страх.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Свята любов Христова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зняла гріха окови.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все звершив Сам Бог для нас,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хвала Його любові!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Ісусові слова для нас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насущний хліб у кожен час,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вони ведуть у небеса,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нас Отець зустріне Сам.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Свята любов Христова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зняла гріха окови.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все звершив Сам Бог для нас,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хвала Його любові!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2026-09-30T18:45:41Z</dcterms:created>
  <dcterms:modified xsi:type="dcterms:W3CDTF">2026-09-30T18:45:41Z</dcterms:modified>
</cp:coreProperties>
</file>