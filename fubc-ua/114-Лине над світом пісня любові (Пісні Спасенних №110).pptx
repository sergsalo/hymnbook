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 над світом пісня любові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№110)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 над світом пісня любові,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дзвінко звучать слова її святі,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всім сповіщаючи вість чудову,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наше щастя – в Ісусі Христі.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без надії довго блукали,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руку спасіння нам Він простягнув.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 наш простити Бога благали,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молитви наші щирі почув.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Радість і спокій в душу вселились,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вірним шляхом Спаситель нас веде.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Двері у небо нам відчинились,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вірою в серці туди ми ідем.</a:t>
            </a:r>
            <a:endParaRPr lang="en-US" sz="4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Лине над світом пісня любові,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дзвінко звучать слова її святі.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знають всі, що радість чудову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можна знайти лиш в Ісусі Христі!</a:t>
            </a:r>
            <a:endParaRPr lang="en-US" sz="51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2026-09-30T18:50:07Z</dcterms:created>
  <dcterms:modified xsi:type="dcterms:W3CDTF">2026-09-30T18:50:07Z</dcterms:modified>
</cp:coreProperties>
</file>