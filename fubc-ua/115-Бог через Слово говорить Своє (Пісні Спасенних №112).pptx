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через Слово говорить Своє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через Слово говорить Своє,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полюбив Він безмежно мене;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Книга звіщає святі чудеса,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найдорожча мені вістка 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мене,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 нас грішних зійшов із небес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добровільно пішов Він на хрест.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мене любить щиро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ближніх любити у Нього я вчусь.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мене,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Часом збиваюсь з Його я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тоді Він з любовʼю: «Прийди».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припадаю до ніг я святих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Своєю змиває Він гріх.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мене,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Житиму завжди в любові святій,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битві з гріхом сил знайду у Христі.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Сумнів, неспокій в душі промине,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я згадаю: Бог любить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мене,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Гімн величальний, що в серці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співати у небі святім;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день, як зустрінусь з Христом у раю,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«Любить мене Бог», – я знов повторю.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мене,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мене!</a:t>
            </a:r>
            <a:endParaRPr lang="en-US" sz="5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спочинок ти знайдеш в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з покаянням до Нього іди.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Знай, що тебе Він бажає спасти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небеса неозорі ввести.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мене,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Радісний я! Він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мене!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2026-09-30T18:50:14Z</dcterms:created>
  <dcterms:modified xsi:type="dcterms:W3CDTF">2026-09-30T18:50:14Z</dcterms:modified>
</cp:coreProperties>
</file>