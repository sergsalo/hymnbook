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 · 1/2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 · 2/2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 · 1/2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 · 2/2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3 · 1/2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3 · 2/2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Любов Спасителя Христа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(Пісні Спасенних №113)</a:t>
            </a:r>
            <a:endParaRPr lang="en-US" sz="5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Любов Спасителя Христа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не має меж і берегів.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Велика, дивна і свята,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не промине вона повік!</a:t>
            </a:r>
            <a:endParaRPr lang="en-US" sz="5200" dirty="0"/>
          </a:p>
        </p:txBody>
      </p:sp>
      <p:sp>
        <p:nvSpPr>
          <p:cNvPr id="3" name="Text 1"/>
          <p:cNvSpPr txBox="1"/>
          <p:nvPr/>
        </p:nvSpPr>
        <p:spPr>
          <a:xfrm>
            <a:off x="9235440" y="612648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400" dirty="0">
                <a:solidFill>
                  <a:srgbClr val="8A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● ○</a:t>
            </a:r>
            <a:endParaRPr lang="en-US" sz="2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Любов величніша небес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і глибша від морів,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вона славніша від чудес,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ясніша від зорі.</a:t>
            </a:r>
            <a:endParaRPr lang="en-US" sz="5200" dirty="0"/>
          </a:p>
        </p:txBody>
      </p:sp>
      <p:sp>
        <p:nvSpPr>
          <p:cNvPr id="3" name="Text 1"/>
          <p:cNvSpPr txBox="1"/>
          <p:nvPr/>
        </p:nvSpPr>
        <p:spPr>
          <a:xfrm>
            <a:off x="9235440" y="612648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400" dirty="0">
                <a:solidFill>
                  <a:srgbClr val="8A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○ ●</a:t>
            </a:r>
            <a:endParaRPr lang="en-US" sz="2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Любов Спасителя Христа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велика, неземна,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глибока, ніжна і свята,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не промине вона.</a:t>
            </a:r>
            <a:endParaRPr lang="en-US" sz="5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Минає в світі цім життя,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могутність, славу нищить час,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йдуть царські трони в забуття,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час прийде – і не стане нас.</a:t>
            </a:r>
            <a:endParaRPr lang="en-US" sz="5200" dirty="0"/>
          </a:p>
        </p:txBody>
      </p:sp>
      <p:sp>
        <p:nvSpPr>
          <p:cNvPr id="3" name="Text 1"/>
          <p:cNvSpPr txBox="1"/>
          <p:nvPr/>
        </p:nvSpPr>
        <p:spPr>
          <a:xfrm>
            <a:off x="9235440" y="612648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400" dirty="0">
                <a:solidFill>
                  <a:srgbClr val="8A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● ○</a:t>
            </a:r>
            <a:endParaRPr lang="en-US" sz="2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Любов Господня не мине –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немеркнуча вона,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завжди окрилює мене,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і смутку в ній нема.</a:t>
            </a:r>
            <a:endParaRPr lang="en-US" sz="5200" dirty="0"/>
          </a:p>
        </p:txBody>
      </p:sp>
      <p:sp>
        <p:nvSpPr>
          <p:cNvPr id="3" name="Text 1"/>
          <p:cNvSpPr txBox="1"/>
          <p:nvPr/>
        </p:nvSpPr>
        <p:spPr>
          <a:xfrm>
            <a:off x="9235440" y="612648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400" dirty="0">
                <a:solidFill>
                  <a:srgbClr val="8A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○ ●</a:t>
            </a:r>
            <a:endParaRPr lang="en-US" sz="2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Любов Спасителя Христа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велика, неземна,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глибока, ніжна і свята,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не промине вона.</a:t>
            </a:r>
            <a:endParaRPr lang="en-US" sz="5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Коли б чорнилом – океан,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а небозвід папером став,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за пера – всі билинки трав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й писати весь народ почав,</a:t>
            </a:r>
            <a:endParaRPr lang="en-US" sz="5200" dirty="0"/>
          </a:p>
        </p:txBody>
      </p:sp>
      <p:sp>
        <p:nvSpPr>
          <p:cNvPr id="3" name="Text 1"/>
          <p:cNvSpPr txBox="1"/>
          <p:nvPr/>
        </p:nvSpPr>
        <p:spPr>
          <a:xfrm>
            <a:off x="9235440" y="612648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400" dirty="0">
                <a:solidFill>
                  <a:srgbClr val="8A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● ○</a:t>
            </a:r>
            <a:endParaRPr lang="en-US" sz="24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то не змогли б любов Отця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оповісти й тоді,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хоча б списали до кінця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всі пера й весь папір.</a:t>
            </a:r>
            <a:endParaRPr lang="en-US" sz="5200" dirty="0"/>
          </a:p>
        </p:txBody>
      </p:sp>
      <p:sp>
        <p:nvSpPr>
          <p:cNvPr id="3" name="Text 1"/>
          <p:cNvSpPr txBox="1"/>
          <p:nvPr/>
        </p:nvSpPr>
        <p:spPr>
          <a:xfrm>
            <a:off x="9235440" y="612648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400" dirty="0">
                <a:solidFill>
                  <a:srgbClr val="8A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○ ●</a:t>
            </a:r>
            <a:endParaRPr lang="en-US" sz="24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Любов Спасителя Христа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велика, неземна,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глибока, ніжна і свята,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не промине вона.</a:t>
            </a:r>
            <a:endParaRPr lang="en-US" sz="5200" dirty="0"/>
          </a:p>
        </p:txBody>
      </p:sp>
      <p:sp>
        <p:nvSpPr>
          <p:cNvPr id="3" name="Text 1"/>
          <p:cNvSpPr txBox="1"/>
          <p:nvPr/>
        </p:nvSpPr>
        <p:spPr>
          <a:xfrm>
            <a:off x="4270248" y="626364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***</a:t>
            </a:r>
            <a:endParaRPr lang="en-US" sz="2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2026-09-30T18:50:20Z</dcterms:created>
  <dcterms:modified xsi:type="dcterms:W3CDTF">2026-09-30T18:50:20Z</dcterms:modified>
</cp:coreProperties>
</file>