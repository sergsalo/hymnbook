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 безмірна і палка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 безмірна і палка,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тече, як в пору повені ріка,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так, як хвиля близько берегів,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вона близька споконвіків.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любові не було,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скрізь царило б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змогли б здолати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Христос, людей любити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полюбив тебе, мене давно,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полюбив і тих, хто лиш одно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кричали: «Ні!» – і піднімали сміх,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Він з любовʼю закликає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любові не було,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скрізь царило б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змогли б здолати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Христос, людей любити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пізнали люди на землі: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 спрямована до всіх.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любов забрати хоч на мить,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світ увесь в ненависті згорить.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любові не було,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скрізь царило б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змогли б здолати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Христос, людей любити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скоріш, тебе Спаситель жде.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до Нього досі ти не йдеш?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і скинь з душі ярмо гріха,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любов Спасителя Христа.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любові не було,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скрізь царило б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змогли б здолати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Христос, людей любити всіх.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2026-09-30T18:50:26Z</dcterms:created>
  <dcterms:modified xsi:type="dcterms:W3CDTF">2026-09-30T18:50:26Z</dcterms:modified>
</cp:coreProperties>
</file>