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Подивись на берег річки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№115)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Подивись на берег річки,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багато є роси: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там, поміж квіток барвистих,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квітне лілія в красі.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Бог лілію так любить,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дбає про її красу,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невже тебе забуде?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Бачить Він твою нужду.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Корінці її водою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підкріпляються щодня,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квітці, скропленій росою,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світить ранішня зоря.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Бог лілію так любить,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дбає про її красу,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невже тебе забуде?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Бачить Він твою нужду.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Добре лілії на волі,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над нею – небеса.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Бджілку, що літає в полі,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вабить лілії краса.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Бог лілію так любить,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дбає про її красу,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невже тебе забуде?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Бачить Він твою нужду.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Квітка лілії прекрасна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вабить зір наш у полях.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Соломон, цар найбагатший,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вдягавсь так, як вона.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Бог лілію так любить,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дбає про її красу,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невже тебе забуде?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Бачить Він твою нужду.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яка краса творіння!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про неї Бог подбав!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Знає Він твоє томління.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чому в журбу ти впав?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Бог лілію так любить,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дбає про її красу,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невже тебе забуде?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Бачить Він твою нужду.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2026-09-30T18:50:32Z</dcterms:created>
  <dcterms:modified xsi:type="dcterms:W3CDTF">2026-09-30T18:50:32Z</dcterms:modified>
</cp:coreProperties>
</file>