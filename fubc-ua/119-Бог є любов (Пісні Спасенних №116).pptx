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є любов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є любов, о, яке це щастя!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є любов, нас Він полюбив.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кожен радісно співає,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славить, Його хай славить – Бог є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є любов! Ми Його не знали.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є любов! Він Себе явив.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кожен радісно співає,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славить, Його хай славить – Бог є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є любов! Ми гріху служили.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є любов: Він гріхи простив.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кожен радісно співає,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славить, Його хай славить – Бог є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Христос смерть прийняв за гріх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Христос нам спасіння дав.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кожен радісно співає,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славить, Його хай славить – Бог є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2026-09-30T18:50:37Z</dcterms:created>
  <dcterms:modified xsi:type="dcterms:W3CDTF">2026-09-30T18:50:37Z</dcterms:modified>
</cp:coreProperties>
</file>