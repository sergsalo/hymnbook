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наш, Тобі відомо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№8)</a:t>
            </a:r>
            <a:endParaRPr lang="en-US" sz="5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 наш, Тобі відомо,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зібрались всі ми тут.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Твоє почути Слово,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відкрий сердечний слух.</a:t>
            </a:r>
            <a:endParaRPr lang="en-US" sz="5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Тебе благаєм, Отче: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усіх благослови.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Пізнавати серцем хочем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Твою любов завжди.</a:t>
            </a:r>
            <a:endParaRPr lang="en-US" sz="5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беріг у дні минулі,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в наступні бережи.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борні не похитнулись,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завжди із нами Ти.</a:t>
            </a:r>
            <a:endParaRPr lang="en-US" sz="5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нам більше сил духовних,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марнотнім цім житті,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звички кинувши гріховні,</a:t>
            </a: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зростали у Тобі.</a:t>
            </a:r>
            <a:endParaRPr lang="en-US" sz="5300" dirty="0"/>
          </a:p>
          <a:p>
            <a:pPr algn="ctr" indent="0" marL="0">
              <a:buNone/>
            </a:pPr>
            <a:endParaRPr lang="en-US" sz="5300" dirty="0"/>
          </a:p>
          <a:p>
            <a:pPr algn="ctr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5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2026-09-25T07:21:10Z</dcterms:created>
  <dcterms:modified xsi:type="dcterms:W3CDTF">2026-09-25T07:21:10Z</dcterms:modified>
</cp:coreProperties>
</file>