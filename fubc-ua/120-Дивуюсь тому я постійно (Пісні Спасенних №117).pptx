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Дивуюсь тому я постійно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Дивуюсь тому я постійно,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Бог мій мене простив.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гріхах гинув я безнадійно,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спас, бо мене 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всюди знов і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до Отця Він молився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волю Його чинив,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смиренно, як раб, впокорився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муки важкі терпів.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всюди знов і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смерті Христос був покірним,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борні переможцем став.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свято жили ми і вірно,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тяжко за нас 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всюди знов і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небі я вічному буду,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зустрінусь з моїм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те, як Христос щиро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мій зазвучить псалом.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всюди знов і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радісна звіщається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2026-09-30T18:50:42Z</dcterms:created>
  <dcterms:modified xsi:type="dcterms:W3CDTF">2026-09-30T18:50:42Z</dcterms:modified>
</cp:coreProperties>
</file>