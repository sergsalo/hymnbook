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любові повний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любові повний,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ласки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манна, хліб духовний,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Нім жива вода.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наше воскресіння,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в Нім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для душі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спочинок для борця.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благословіння повнота лиш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повнота лиш в Нім однім!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зберігає,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Ним щасливий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в Ньому маю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повноту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пісні співаю,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– моя хвала.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славлю й величаю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за всі діла.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благословіння повнота лиш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повнота лиш в Нім однім!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небесну славу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покличе Бог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побачу явно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лицем в лице.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вічний дар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віддам хвалу,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душу Він від тління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урятував мою.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благословіння повнота лиш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однім, лиш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повнота лиш в Нім однім!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2026-09-30T18:50:48Z</dcterms:created>
  <dcterms:modified xsi:type="dcterms:W3CDTF">2026-09-30T18:50:48Z</dcterms:modified>
</cp:coreProperties>
</file>