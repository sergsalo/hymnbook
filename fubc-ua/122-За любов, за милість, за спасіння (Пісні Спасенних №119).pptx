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любов, за милість, за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любов, за милість, за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Ісусе, дякуєм Тобі!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для Тебе, Пастирю всесильний,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 із душі величний гімн.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Тобі, вдячні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Твою любов і благодать, за благодать!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Достойний Ти слави й хвали,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за спасіння вічний дар Тобі ми!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Тобі, вдячні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Твою любов і благодать, за благодать!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Достойний Ти слави й хвали,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за спасіння вічний дар!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душа пробуджена співає: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навіки визволив від уз;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тепер відкриті двері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чекає вірних всіх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Тобі, вдячні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Твою любов і благодать, за благодать!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Достойний Ти слави й хвали,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за спасіння вічний дар Тобі ми!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Тобі, вдячні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Твою любов і благодать, за благодать!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Достойний Ти слави й хвали,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за спасіння вічний дар!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 усе земне минеться,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велично в сяєві небес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зазвучить хвалою пісня серця: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«Боже, дякуєм Тобі за все!»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Тобі, вдячні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Твою любов і благодать, за благодать!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Достойний Ти слави й хвали,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за спасіння вічний дар Тобі ми!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Тобі, вдячні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Твою любов і благодать, за благодать!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Достойний Ти слави й хвали,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за спасіння вічний дар!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2026-09-30T18:50:55Z</dcterms:created>
  <dcterms:modified xsi:type="dcterms:W3CDTF">2026-09-30T18:50:55Z</dcterms:modified>
</cp:coreProperties>
</file>