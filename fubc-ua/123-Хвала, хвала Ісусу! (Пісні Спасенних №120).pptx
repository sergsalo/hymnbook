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хвала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хвала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душу спас мою,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 мої провини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проливши кров Свою.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тяжких нелюдських муках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хресті вмирав,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гріха страшної ями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урятував.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хвала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добрий Пастир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горі і спокусах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 захист Свій.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дякую Ісусу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 Його діла,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неосяжну милість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мене спасла.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хвала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Втішає Він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край, де вічна радість,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приведе.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в Царстві всіх спасенних,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принесу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святому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благодать рясну.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2026-09-30T18:51:00Z</dcterms:created>
  <dcterms:modified xsi:type="dcterms:W3CDTF">2026-09-30T18:51:00Z</dcterms:modified>
</cp:coreProperties>
</file>