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Ісуса я співаю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Ісуса я співаю пісню свою,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все довіряю і Ним живу.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нас як кращий Друг.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бачим Його навкруг.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 принести Йому честь і хвалу!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правди про Ісуса – світло душі;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спасіння грішним людям всюди неси.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нас як кращий Друг.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бачим Його навкруг.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 принести Йому честь і хвалу!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Кожну мить близький Спаситель нашим серцям.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дні, коли нелегко жити, Він – поміч нам.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нас як кращий Друг.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бачим Його навкруг.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 принести Йому честь і хвалу!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сердечно заспіваймо Господу гімн,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введе в оселі раю – там будем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нас як кращий Друг.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бачим Його навкруг.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спіши принести Йому честь і хвалу!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2026-09-30T18:51:07Z</dcterms:created>
  <dcterms:modified xsi:type="dcterms:W3CDTF">2026-09-30T18:51:07Z</dcterms:modified>
</cp:coreProperties>
</file>