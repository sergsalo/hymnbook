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Славлю я любов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№122)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Славлю я, славлю я любов Христа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віддав, Він віддав Своє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мене, щоб мене від мук спасти,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прийняв смерть на хресті.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Славлю я, славлю я любов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несуть, хай несуть хвалу уста.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хресті, на хресті Він постраждав,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життя я вічне мав.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блукав, я блукав в гріховній тьмі,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Христос, та Христос явивсь мені.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Перш, ніж я, перш, ніж я в мольбі схиливсь,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мене вже моливсь.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Славлю я, славлю я любов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несуть, хай несуть хвалу уста.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хресті, на хресті Він постраждав,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життя я вічне мав.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любов, я любов Його святу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небесах, в небесах сповна збагну,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гріхи, як гріхи Він з мене зняв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спасіння дарував.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Славлю я, славлю я любов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несуть, хай несуть хвалу уста.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хресті, на хресті Він постраждав,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життя я вічне мав.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Чим Христу, чим Христу я відплачу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любов, за любов Його святу?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все, серце все і волю всю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для Нього віддаю.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Славлю я, славлю я любов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несуть, хай несуть хвалу уста.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хресті, на хресті Він постраждав,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життя я вічне мав.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2026-09-30T18:51:13Z</dcterms:created>
  <dcterms:modified xsi:type="dcterms:W3CDTF">2026-09-30T18:51:13Z</dcterms:modified>
</cp:coreProperties>
</file>