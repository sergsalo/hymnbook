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Отче наш благий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Отче наш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хвала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кожний дар Твій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даєш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Престол Твій, Боже,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неземній.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держиш все в Своїх руках,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даєш усім.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любов мене знайшла,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дала життя нове,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це хвалити хочу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Твоє.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пташка з клітки виліта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волю: в поле, в гай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отак летить душа моя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світлий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Подяка, Відкупителю,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ласку й доброту,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Тобі, Спасителю,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кров Твою святу!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2026-09-30T18:51:19Z</dcterms:created>
  <dcterms:modified xsi:type="dcterms:W3CDTF">2026-09-30T18:51:19Z</dcterms:modified>
</cp:coreProperties>
</file>