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Христос мене простив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№124)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Христос мене простив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душі моїй Він рай створив.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хоч багато є тривог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небо, де зі мною Бог.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Хвала Христу! Він спас мене,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простив гріхи, відкрив Себе.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Введе мене у Свій чертог,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небо, де царює Бог.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край небесний я не знав,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його мені Спаситель дав.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піснях прославлю я Його;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небо, де зі мною Бог.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Хвала Христу! Він спас мене,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простив гріхи, відкрив Себе.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Введе мене у Свій чертог,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небо, де царює Бог.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не важливо, де живу: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чужині, в своїм краю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скрізь я з Христом, тепер удвох;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небо, де зі мною Бог.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Хвала Христу! Він спас мене,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простив гріхи, відкрив Себе.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Введе мене у Свій чертог,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небо, де царює Бог.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2026-09-30T18:51:26Z</dcterms:created>
  <dcterms:modified xsi:type="dcterms:W3CDTF">2026-09-30T18:51:26Z</dcterms:modified>
</cp:coreProperties>
</file>