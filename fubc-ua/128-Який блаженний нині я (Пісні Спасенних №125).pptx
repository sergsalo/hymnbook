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блаженний нині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№125)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блаженний нині 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– Спаситель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оселя в небесах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країні неземній.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Агнця!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Він постраждав!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порівняти з світом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оселю золоту!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буду з Господом моїм,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шлях земний пройду.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Агнця!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Він постраждав!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ночі в тім краю,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гасне світло дня.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всі серця несуть хвалу,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радість без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Агнця!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Він постраждав!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Брати і сестри! Радість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дарована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несли її серцям,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стомлені гріхом.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Агнця!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Він постраждав!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алілуя,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2026-09-30T18:51:31Z</dcterms:created>
  <dcterms:modified xsi:type="dcterms:W3CDTF">2026-09-30T18:51:31Z</dcterms:modified>
</cp:coreProperties>
</file>