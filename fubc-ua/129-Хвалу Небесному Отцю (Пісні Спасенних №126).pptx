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Хвалу Небесному Отцю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№126)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Хвалу Небесному Отцю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спішіть всі принести,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Він явив любов Свою: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простив нас у Христі.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 благословен! Будь благословен!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 благословен, Боже наш!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 благословен! Будь благословен!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 благословен, Боже наш!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– Спаситель, вірний Друг,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Нім щастя повнота;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терпів ганьбу й багато мук,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дати нам життя.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 благословен! Будь благословен!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 благословен, Боже наш!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 благословен! Будь благословен!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 благословен, Боже наш!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був зневажений Ісус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тепер на троні Він;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ангелів святих хвалу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приймає Божий Син.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 благословен! Будь благословен!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 благословен, Боже наш!</a:t>
            </a:r>
            <a:endParaRPr lang="en-US" sz="5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 благословен! Будь благословен!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 благословен, Боже наш!</a:t>
            </a:r>
            <a:endParaRPr lang="en-US" sz="5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Порадник, Дивний, миру Князь,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Володар Він всього;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те, що нас від смерті спас,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прославимо Його.</a:t>
            </a:r>
            <a:endParaRPr lang="en-US" sz="5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 благословен! Будь благословен!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 благословен, Боже наш!</a:t>
            </a:r>
            <a:endParaRPr lang="en-US" sz="5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 благословен! Будь благословен!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 благословен, Боже наш!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2026-09-30T18:51:37Z</dcterms:created>
  <dcterms:modified xsi:type="dcterms:W3CDTF">2026-09-30T18:51:37Z</dcterms:modified>
</cp:coreProperties>
</file>