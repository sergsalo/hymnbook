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прийшов молитви час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прийшов молитви час;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Богом впадім,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гріхи, що томлять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каятті принесім.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спокій той знайшов,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до Нього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знайшов благословіння,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щиру вічну любов.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молитви час!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молитви час!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святім єднанні з Богом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сповнює нас.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прийшов молитви час;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благаєм Тебе,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сповни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 відкрий нам Себе.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 сердечний наш приймай,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правди навчай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любов і мир рікою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серця проливай.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молитви час!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молитви час!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святім єднанні з Богом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сповнює нас.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прийшов молитви час;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нами Ти пробувай.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любов наповнить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в одно обʼєднай.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дай усім серцям,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пошли з неба нам;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всі почуй моління,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будь з нами Сам.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молитви час!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молитви час!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святім єднанні з Богом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сповнює нас.</a:t>
            </a:r>
            <a:endParaRPr lang="en-US" sz="5200" dirty="0"/>
          </a:p>
          <a:p>
            <a:pPr algn="ctr" indent="0" marL="0">
              <a:buNone/>
            </a:pP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2026-09-25T07:27:42Z</dcterms:created>
  <dcterms:modified xsi:type="dcterms:W3CDTF">2026-09-25T07:27:42Z</dcterms:modified>
</cp:coreProperties>
</file>