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Радість спасіння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№127)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Радість спасіння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людям всім понесем,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пісню хваління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Господу принесем.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718460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79636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78696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Бога прославим,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творить чудеса: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дав нам право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жити у небесах.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3285414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12682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11742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муках розпʼяття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на Голгофі був,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гнів і прокляття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людства відвернув.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975510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22586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321646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нас, злочинців,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кару тяжку терпів,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наші гріхи всі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кровʼю навіки змив.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586380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11716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10776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Богу хваління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лине у піснях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скорбній долині,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потім в небесах.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893466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04630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03690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2026-09-30T21:43:47Z</dcterms:created>
  <dcterms:modified xsi:type="dcterms:W3CDTF">2026-09-30T21:43:47Z</dcterms:modified>
</cp:coreProperties>
</file>