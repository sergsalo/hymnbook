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№127)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всім понесем,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пісню хваління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||: Господу принесем. :||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Бога прославим,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творить чудеса: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дав нам право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||: жити у небесах. :||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муках розпʼяття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 Голгофі був,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гнів і прокляття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||: від людства відвернув. :||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нас, злочинців,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кару тяжку терпів,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наші гріхи всі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||: кровʼю навіки змив. :||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хваління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лине у піснях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скорбній долині,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||: а потім в небесах. :||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2026-09-30T18:51:43Z</dcterms:created>
  <dcterms:modified xsi:type="dcterms:W3CDTF">2026-09-30T18:51:43Z</dcterms:modified>
</cp:coreProperties>
</file>