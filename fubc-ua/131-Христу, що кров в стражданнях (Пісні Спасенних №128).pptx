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Христу, що кров в стражданнях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Христу, що кров в стражданнях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святу пролив за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 будем серцем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в усякий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горить до Нього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кожного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дар спасіння славим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ми знов і знов.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Христу, хвалу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несімо щиро всі!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жити вічно будем з 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славі і красі.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усі народи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Господа прийшли,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гибелі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б для душ знайшли.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б могутнім хором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славили Його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великого, святого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Спасителя свого.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Христу, хвалу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несімо щиро всі!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жити вічно будем з 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славі і красі.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подяка щира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кожен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вірити й любити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терпінням учить нас.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ж в Небеснім Царстві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побачим 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велично там поллється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 вічної хвали.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Христу, хвалу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несімо щиро всі!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жити вічно будем з 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славі і красі.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2026-09-30T18:51:49Z</dcterms:created>
  <dcterms:modified xsi:type="dcterms:W3CDTF">2026-09-30T18:51:49Z</dcterms:modified>
</cp:coreProperties>
</file>