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Господи, Боже наш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№129)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Господи, Боже наш, Тобі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молитовний дивний час,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дорогі слова Твої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лине хвала і честь від нас!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поклоняємось Тобі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простоті своїх сердець,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блага Твої приймаєм всі,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із любовʼю нам даєш.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Вдячні Тобі за доброту,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те, що Духом в нас живеш.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благодать Твою святу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славиться хай Імʼя Твоє!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2026-09-30T18:51:55Z</dcterms:created>
  <dcterms:modified xsi:type="dcterms:W3CDTF">2026-09-30T18:51:55Z</dcterms:modified>
</cp:coreProperties>
</file>