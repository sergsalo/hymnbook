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в світі я томився,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прагнув щастя, доброти.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Тобі знайшов я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для мене Другом 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моя надія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Тебе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 за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Твою 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 Пастир, щохвилини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мене від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до вічної країни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увійшов з Тобою 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страждання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поклик Твій ласкавий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життя в святій красі.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Тобі, Ісусе, слава!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мені на вічність право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дитям Своїм назвав.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2026-09-30T18:52:00Z</dcterms:created>
  <dcterms:modified xsi:type="dcterms:W3CDTF">2026-09-30T18:52:00Z</dcterms:modified>
</cp:coreProperties>
</file>