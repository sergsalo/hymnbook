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– величне це Імʼя!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№131)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– величне це Імʼя!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 в ньому маю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Воно дорожче за життя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святе Імʼя Ісуса.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«О, прекрасне це Імʼя!»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і знов співаю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славте, всі уста,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святе Імʼя Ісуса!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– чудове це Імʼя,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насолоду маю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оспівую щодня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святе Імʼя Ісуса.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«О, прекрасне це Імʼя!»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і знов співаю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славте, всі уста,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святе Імʼя Ісуса!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Яке приємне це Імʼя: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воно для ран моїх – бальзам;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сповняє радістю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святе Імʼя Ісуса.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«О, прекрасне це Імʼя!»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і знов співаю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славте, всі уста,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святе Імʼя Ісуса!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Прославити не в силі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красу Спасителя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звеличать всі серця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святе Імʼя Ісуса.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«О, прекрасне це Імʼя!»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і знов співаю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славте, всі уста,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святе Імʼя Ісуса!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2026-09-30T18:52:07Z</dcterms:created>
  <dcterms:modified xsi:type="dcterms:W3CDTF">2026-09-30T18:52:07Z</dcterms:modified>
</cp:coreProperties>
</file>