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ради мене, Спасе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ради мене, Спасе,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вічних зійшов небес,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край залишив прекрасний,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повний хвали й чудес.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мене 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муки прийняв і смерть.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Слава Тобі,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слава Тобі і честь!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ради мене в яслах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місце знайшов Собі,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мир душі і щастя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міг я знайти в Тобі.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мене 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муки прийняв і смерть.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Слава Тобі,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слава Тобі і честь!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Ласкою і красою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полонив мене;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 йти за Тобою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все життя земне.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мене 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муки прийняв і смерть.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Слава Тобі,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слава Тобі і честь!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 притулок мати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в Тобі однім;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дай сили жити свято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увійти в Твій дім.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мене 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муки прийняв і смерть.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Слава Тобі,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слава Тобі і честь!</a:t>
            </a:r>
            <a:endParaRPr lang="en-US" sz="5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Прагну Тобі співати,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Ти – добрий Пастир мій;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 усім звіщати,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я навіки Твій.</a:t>
            </a:r>
            <a:endParaRPr lang="en-US" sz="5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мене 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муки прийняв і смерть.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Слава Тобі,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слава Тобі і честь!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2026-09-30T21:37:19Z</dcterms:created>
  <dcterms:modified xsi:type="dcterms:W3CDTF">2026-09-30T21:37:19Z</dcterms:modified>
</cp:coreProperties>
</file>