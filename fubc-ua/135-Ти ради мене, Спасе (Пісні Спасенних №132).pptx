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ради мене, Спасе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№132)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ради мене, Спасе,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вічних зійшов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залишив прекрасний,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хвали й чудес.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Ти (о Ісусе любий),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прийняв і смерть.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 (хай лунає всюди),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 і честь!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ради мене в яслах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знайшов Собі,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мир душі і щастя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міг я знайти в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Ти (о Ісусе любий),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прийняв і смерть.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 (хай лунає всюди),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 і честь!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Ласкою і красою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полонив мене;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йти за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все життя земне.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Ти (о Ісусе любий),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прийняв і смерть.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 (хай лунає всюди),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 і честь!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притулок мати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Тобі однім;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сили жити свято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увійти в Твій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Ти (о Ісусе любий),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прийняв і смерть.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 (хай лунає всюди),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 і честь!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Тобі співати,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добрий Пастир мій;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усім звіщати,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навіки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Ти (о Ісусе любий),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прийняв і смерть.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 (хай лунає всюди),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 і честь!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2026-09-30T18:52:13Z</dcterms:created>
  <dcterms:modified xsi:type="dcterms:W3CDTF">2026-09-30T18:52:13Z</dcterms:modified>
</cp:coreProperties>
</file>