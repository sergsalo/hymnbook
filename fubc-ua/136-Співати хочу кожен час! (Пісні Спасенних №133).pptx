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Співати хочу кожен час!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№133)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Співати хочу кожен час!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Тож сум і сльози – геть!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Христос – мій Друг, мене Він спас,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поруч кожен день.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Славте, славте, славте всі,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славте всі Його! :||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Зворушений я був до сліз: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Христос мене простив,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мої гріхи на хрест поніс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кров Свою пролив.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Славте, славте, славте всі,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славте всі Його! :||</a:t>
            </a:r>
            <a:endParaRPr lang="en-US" sz="5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Коли приходить час спокус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пітьмі життєвих гроз,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тоді я гаряче молюсь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сил дає Христос.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Славте, славте, славте всі,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славте всі Його! :||</a:t>
            </a:r>
            <a:endParaRPr lang="en-US" sz="5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сповіщати буду всім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 Господа мого,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співатиму Йому пісні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 прославлю тим Його!</a:t>
            </a:r>
            <a:endParaRPr lang="en-US" sz="5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Славте, славте, славте всі,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славте всі Його! :||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2026-09-30T18:52:19Z</dcterms:created>
  <dcterms:modified xsi:type="dcterms:W3CDTF">2026-09-30T18:52:19Z</dcterms:modified>
</cp:coreProperties>
</file>