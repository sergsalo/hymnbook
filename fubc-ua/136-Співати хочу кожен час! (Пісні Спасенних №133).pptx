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 хочу кожен час!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№133)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 хочу кожен час!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сум і сльози – геть!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мій Друг, мене Він спас,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поруч кожен день.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славте, славте всі,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всі Його!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07897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90199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9259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Зворушений я був до сліз: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мене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гріхи на хрест поніс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кров Свою пролив.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славте, славте всі,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всі Його!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07897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90199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9259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приходить час спокус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пітьмі життєвих гроз,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я гаряче молюсь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сил дає Христос.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славте, славте всі,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всі Його!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07897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90199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9259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сповіщати буду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Господа мого,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співатиму Йому пісні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прославлю тим Його!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славте, славте всі,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всі Його!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07897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90199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9259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2026-09-30T21:43:49Z</dcterms:created>
  <dcterms:modified xsi:type="dcterms:W3CDTF">2026-09-30T21:43:49Z</dcterms:modified>
</cp:coreProperties>
</file>