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 · ||:1-2:||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 · ||:1-2:||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 · ||:1-2:||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 · ||:1-2:||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Уста мої хвалу Тобі співають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№134)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Уста мої хвалу Тобі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співають, Спасе мій!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Прийшов кінець моїй журбі,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 серці – мир святий.</a:t>
            </a:r>
            <a:endParaRPr lang="en-US" sz="5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200"/>
              </a:lnSpc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Хвала Христу, хвала Христу,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хвала Христу повік!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1137133" y="2755392"/>
            <a:ext cx="0" cy="138684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060963" y="2755392"/>
            <a:ext cx="0" cy="138684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1160023" y="3128772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3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Розпʼятий був Ти на хресті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в муках умирав,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спасіння дар моїй душі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 вірі щирій дав.</a:t>
            </a:r>
            <a:endParaRPr lang="en-US" sz="5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200"/>
              </a:lnSpc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Хвала Христу, хвала Христу,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хвала Христу повік!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1137133" y="2755392"/>
            <a:ext cx="0" cy="138684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060963" y="2755392"/>
            <a:ext cx="0" cy="138684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1160023" y="3128772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3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Коли стрічаю в світі цім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страждання та біду –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втішаюсь Словом я Твоїм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сміло далі йду.</a:t>
            </a:r>
            <a:endParaRPr lang="en-US" sz="5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200"/>
              </a:lnSpc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Хвала Христу, хвала Христу,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хвала Христу повік!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1137133" y="2755392"/>
            <a:ext cx="0" cy="138684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060963" y="2755392"/>
            <a:ext cx="0" cy="138684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1160023" y="3128772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3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Спасіння дар прийми, душе,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 гинеш у гріхах, –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обновить Бог життя твоє,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дасть вічність в небесах.</a:t>
            </a:r>
            <a:endParaRPr lang="en-US" sz="5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200"/>
              </a:lnSpc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Хвала Христу, хвала Христу,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хвала Христу повік!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1137133" y="2755392"/>
            <a:ext cx="0" cy="138684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060963" y="2755392"/>
            <a:ext cx="0" cy="138684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1160023" y="3128772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2026-09-30T21:43:52Z</dcterms:created>
  <dcterms:modified xsi:type="dcterms:W3CDTF">2026-09-30T21:43:52Z</dcterms:modified>
</cp:coreProperties>
</file>