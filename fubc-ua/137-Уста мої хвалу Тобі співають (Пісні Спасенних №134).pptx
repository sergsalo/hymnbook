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Уста мої хвалу Тобі співають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№134)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Уста мої хвалу Тобі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співають, Спасе мій!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Прийшов кінець моїй журбі,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серці – мир святий.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Хвала Христу, хвала Христу,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хвала Христу повік! :||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Розпʼятий був Ти на хресті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 муках умирав,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спасіння дар моїй душі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вірі щирій дав.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Хвала Христу, хвала Христу,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хвала Христу повік! :||</a:t>
            </a:r>
            <a:endParaRPr lang="en-US" sz="5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Коли стрічаю в світі цім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страждання та біду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втішаюсь Словом я Твоїм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сміло далі йду.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Хвала Христу, хвала Христу,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хвала Христу повік! :||</a:t>
            </a:r>
            <a:endParaRPr lang="en-US" sz="5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Спасіння дар прийми, душе,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 гинеш у гріхах,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обновить Бог життя твоє,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дасть вічність в небесах.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||: Хвала Христу, хвала Христу,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хвала Христу повік! :||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2026-09-30T18:52:25Z</dcterms:created>
  <dcterms:modified xsi:type="dcterms:W3CDTF">2026-09-30T18:52:25Z</dcterms:modified>
</cp:coreProperties>
</file>