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Владико, Боже наш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№135)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Владико, Боже наш,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Тобі несу щодня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величаю кожен 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дивні всі Твої діла!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Ти – Творець світів,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дивний, величний і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ангельській живеш хвалі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світом всім керуєш Ти.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я про Твою красу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з любовʼю розповім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добру вістку понесу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те, що Ти прощаєш всім.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в цей останній 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продовжуй милість до людей,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віднайшли в Тобі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скоро знову Ти грядеш.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2026-09-30T18:52:31Z</dcterms:created>
  <dcterms:modified xsi:type="dcterms:W3CDTF">2026-09-30T18:52:31Z</dcterms:modified>
</cp:coreProperties>
</file>