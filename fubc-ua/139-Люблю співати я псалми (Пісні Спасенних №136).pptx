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співати я псалми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№136)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співати я псалми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Живе любов свята в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 величаю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славить Господа душа моя.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в мене вірний, добрий Друг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Ніхто з Його не вирве рук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 величаю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славить Господа душа моя.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маю свідчення ясне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Бог Своїм назвав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 величаю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славить Господа душа моя.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вічний дім іду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маю щастя повноту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 величаю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тих пір, як я спасен,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славить Господа душа моя.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2026-09-30T18:52:37Z</dcterms:created>
  <dcterms:modified xsi:type="dcterms:W3CDTF">2026-09-30T18:52:37Z</dcterms:modified>
</cp:coreProperties>
</file>