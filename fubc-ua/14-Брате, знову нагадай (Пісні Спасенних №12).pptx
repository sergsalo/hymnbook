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Брате, знову нагадай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№12)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Брате, знову нагадай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святу любов,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Ісусові діла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розкажи нам знов.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 любові ллється,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до неба рветься.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любов Христа!</a:t>
            </a:r>
            <a:endParaRPr 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любов Христа!</a:t>
            </a:r>
            <a:endParaRPr lang="en-US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всім Христос приніс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вічную любов.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Тішить нас в годину сліз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дивна ця любов.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Христос навчає: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грішних Бог прощає.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любов Христа!</a:t>
            </a:r>
            <a:endParaRPr lang="en-US" sz="5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любов Христа!</a:t>
            </a:r>
            <a:endParaRPr lang="en-US" sz="5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Брате, знову нагадай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святу любов –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зникне з серця сум, відчай,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радість знов.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спів любові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на путь Христову.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любов Христа!</a:t>
            </a:r>
            <a:endParaRPr lang="en-US" sz="5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Христа,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любов Христа!</a:t>
            </a:r>
            <a:endParaRPr lang="en-US" sz="5400" dirty="0"/>
          </a:p>
          <a:p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2026-09-25T07:31:36Z</dcterms:created>
  <dcterms:modified xsi:type="dcterms:W3CDTF">2026-09-25T07:31:36Z</dcterms:modified>
</cp:coreProperties>
</file>