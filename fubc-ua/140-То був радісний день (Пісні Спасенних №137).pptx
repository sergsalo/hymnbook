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був радісний день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№137)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був радісний день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моєму житті,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зустрів я Тебе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схиливсь в каятті.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Славлю, Боже, Тебе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пролитую кров,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відкупив Ти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проявивши любов.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без Тебе колись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грішнім світі блукав,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з небес прихиливсь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мене оправдав.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Славлю, Боже, Тебе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пролитую кров,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відкупив Ти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проявивши любов.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Душу світлом Своїм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мою осіяв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спасіння мені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гріхів дарував.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Славлю, Боже, Тебе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пролитую кров,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відкупив Ти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проявивши любов.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 тих пір в дивний край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Тобою я йду,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блаженний мій 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я спокій знайду.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Славлю, Боже, Тебе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пролитую кров,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відкупив Ти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проявивши любов.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2026-09-30T18:52:42Z</dcterms:created>
  <dcterms:modified xsi:type="dcterms:W3CDTF">2026-09-30T18:52:42Z</dcterms:modified>
</cp:coreProperties>
</file>