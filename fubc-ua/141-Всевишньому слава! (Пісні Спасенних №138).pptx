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Всевишньому слава!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№138)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Всевишньому слава! Він нас оправдав!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світ полюбив Бог, що Сина віддав.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Спаситель нас кровʼю Своєю обмив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Царство Небесне нам двері відкрив.</a:t>
            </a:r>
            <a:endParaRPr lang="en-US" sz="4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 Христа! Слав Христа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торжеством, земле вся!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 Христа! Слав Христа!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душе, слав Христа!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Прийдіть з поклонінням до трону Його,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прославте Спасителя – Бога свого.</a:t>
            </a:r>
            <a:endParaRPr lang="en-US" sz="5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Прощення гріхів Бог дарує тому,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щиро розкаявсь й довіривсь Йому.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Хоча б і злочинець прийшов до Христа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провини всі змиє кров жертви свята.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 Христа! Слав Христа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торжеством, земле вся!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 Христа! Слав Христа!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душе, слав Христа!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Прийдіть з поклонінням до трону Його,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прославте Спасителя – Бога свого.</a:t>
            </a:r>
            <a:endParaRPr lang="en-US" sz="5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Спаситель Ісус тих від зла захистить,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з вірою в серці до Нього спішить.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вірність Йому збереже до кінця,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той в вічності буде у славі Отця.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 Христа! Слав Христа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торжеством, земле вся!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 Христа! Слав Христа!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душе, слав Христа!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Прийдіть з поклонінням до трону Його,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прославте Спасителя – Бога свого.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2026-09-30T18:52:49Z</dcterms:created>
  <dcterms:modified xsi:type="dcterms:W3CDTF">2026-09-30T18:52:49Z</dcterms:modified>
</cp:coreProperties>
</file>