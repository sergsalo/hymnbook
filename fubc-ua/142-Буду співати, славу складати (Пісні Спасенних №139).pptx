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співати, славу складати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співати, славу складати,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Тому, Хто в муках вмирав.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Спаситель, наш Відкупитель,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спасіння нам дарував.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буду вічно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знайшов я світло й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ворожі з Ним переможу,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боротьба важка.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 Ісуса завжди дивлюся,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лиш одним на світі живу;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Спаситель, Пастир, Учитель,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готує в небі, в раю.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 цьому світі щастя знайду?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 Ісуса не відійду.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лиш іду я і в неземную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Його ввійду.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все минає. Там, в Божім краї,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жде всіх спасенних вічне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ввійду я в славу святую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 прийму вінець від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лунає пісня свята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спасенні вічно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спасіння, пісню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співати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2026-09-30T18:52:55Z</dcterms:created>
  <dcterms:modified xsi:type="dcterms:W3CDTF">2026-09-30T18:52:55Z</dcterms:modified>
</cp:coreProperties>
</file>