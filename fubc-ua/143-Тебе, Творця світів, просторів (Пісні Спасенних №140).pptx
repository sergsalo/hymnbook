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Тебе, Творця світів, просторів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Тебе, Творця світів, просторів,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величним співом славлю 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сили й мудрості в покорі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проводити своє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хвалу душа складає,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життя я віддаю, віддаю.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знаю: там, в блаженстві раю,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хвалу в піснях віддам мою.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985075" y="3543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13021" y="3543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40021" y="3987800"/>
            <a:ext cx="76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Твоя величність незбагненна,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 Тебе не осягти!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сонце ніжно пестить землю,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всіх любовʼю грієш Ти.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хвалу душа складає,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життя я віддаю, віддаю.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знаю: там, в блаженстві раю,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хвалу в піснях віддам мою.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985075" y="3543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13021" y="3543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40021" y="3987800"/>
            <a:ext cx="76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Премудрий Ти і всемогутній,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Суддя і мертвих і живих,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Тобі навіки, Всюдисущий,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й надія всіх святих.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хвалу душа складає,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життя я віддаю, віддаю.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знаю: там, в блаженстві раю,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хвалу в піснях віддам мою.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985075" y="3543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13021" y="3543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40021" y="3987800"/>
            <a:ext cx="76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прагну вічно гімн хваління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співати, Спасе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дар великий, за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подвиг хресний славний Твій.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хвалу душа складає,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життя я віддаю, віддаю.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знаю: там, в блаженстві раю,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хвалу в піснях віддам мою.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985075" y="3543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13021" y="3543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40021" y="3987800"/>
            <a:ext cx="76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2026-09-30T21:37:22Z</dcterms:created>
  <dcterms:modified xsi:type="dcterms:W3CDTF">2026-09-30T21:37:22Z</dcterms:modified>
</cp:coreProperties>
</file>