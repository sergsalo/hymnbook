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 · 1/1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 · 1/1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 · 1/1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· 1/1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 · 1/1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 · 1/1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 · 1/1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 · 1/1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 · 1/1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Тебе, Творця світів, просторів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(Пісні Спасенних №140)</a:t>
            </a:r>
            <a:endParaRPr lang="en-US" sz="5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Тебе, Творця світів, просторів,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величним співом славлю я.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Дай сили й мудрості в покорі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проводити своє життя.</a:t>
            </a:r>
            <a:endParaRPr lang="en-US" sz="5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Тобі хвалу (Тобі хвалу) душа складає,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Тобі життя я віддаю, віддаю.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||: І знаю: там, в блаженстві раю,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хвалу в піснях віддам мою. :||</a:t>
            </a:r>
            <a:endParaRPr lang="en-US" sz="5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Твоя величність незбагненна,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мені Тебе не осягти!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Як сонце ніжно пестить землю,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так всіх любовʼю грієш Ти.</a:t>
            </a:r>
            <a:endParaRPr lang="en-US" sz="5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Тобі хвалу (Тобі хвалу) душа складає,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Тобі життя я віддаю, віддаю.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||: І знаю: там, в блаженстві раю,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хвалу в піснях віддам мою. :||</a:t>
            </a:r>
            <a:endParaRPr lang="en-US" sz="5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Премудрий Ти і всемогутній,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Суддя і мертвих і живих,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 Тобі навіки, Всюдисущий,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життя й надія всіх святих.</a:t>
            </a:r>
            <a:endParaRPr lang="en-US" sz="5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Тобі хвалу (Тобі хвалу) душа складає,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Тобі життя я віддаю, віддаю.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||: І знаю: там, в блаженстві раю,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хвалу в піснях віддам мою. :||</a:t>
            </a:r>
            <a:endParaRPr lang="en-US" sz="5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Я прагну вічно гімн хваління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Тобі співати, Спасе мій,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 дар великий, за спасіння,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 подвиг хресний славний Твій.</a:t>
            </a:r>
            <a:endParaRPr lang="en-US" sz="5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Тобі хвалу (Тобі хвалу) душа складає,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Тобі життя я віддаю, віддаю.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||: І знаю: там, в блаженстві раю,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хвалу в піснях віддам мою. :||</a:t>
            </a:r>
            <a:endParaRPr lang="en-US" sz="5200" dirty="0"/>
          </a:p>
        </p:txBody>
      </p:sp>
      <p:sp>
        <p:nvSpPr>
          <p:cNvPr id="3" name="Text 1"/>
          <p:cNvSpPr txBox="1"/>
          <p:nvPr/>
        </p:nvSpPr>
        <p:spPr>
          <a:xfrm>
            <a:off x="4270248" y="626364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***</a:t>
            </a:r>
            <a:endParaRPr lang="en-US" sz="2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2026-09-30T18:53:00Z</dcterms:created>
  <dcterms:modified xsi:type="dcterms:W3CDTF">2026-09-30T18:53:00Z</dcterms:modified>
</cp:coreProperties>
</file>