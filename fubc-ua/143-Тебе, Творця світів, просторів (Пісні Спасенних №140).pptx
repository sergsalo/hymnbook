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 · ||:3-4:||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 · ||:3-4:||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 · ||:3-4:||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 · ||:3-4:||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Тебе, Творця світів, просторів</a:t>
            </a:r>
            <a:endParaRPr lang="en-US" sz="5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Тебе, Творця світів, просторів,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величним співом славлю я.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Дай сили й мудрості в покорі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проводити своє життя.</a:t>
            </a:r>
            <a:endParaRPr lang="en-US" sz="5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000"/>
              </a:lnSpc>
              <a:buNone/>
            </a:pPr>
            <a:r>
              <a:rPr lang="en-US" sz="5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Тобі хвалу душа складає,</a:t>
            </a:r>
            <a:endParaRPr lang="en-US" sz="5000" dirty="0"/>
          </a:p>
          <a:p>
            <a:pPr algn="ctr" indent="0" marL="0">
              <a:lnSpc>
                <a:spcPts val="6000"/>
              </a:lnSpc>
              <a:buNone/>
            </a:pPr>
            <a:r>
              <a:rPr lang="en-US" sz="5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Тобі життя я віддаю, віддаю.</a:t>
            </a:r>
            <a:endParaRPr lang="en-US" sz="5000" dirty="0"/>
          </a:p>
          <a:p>
            <a:pPr algn="ctr" indent="0" marL="0">
              <a:lnSpc>
                <a:spcPts val="6000"/>
              </a:lnSpc>
              <a:buNone/>
            </a:pPr>
            <a:r>
              <a:rPr lang="en-US" sz="5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знаю: там, в блаженстві раю,</a:t>
            </a:r>
            <a:endParaRPr lang="en-US" sz="5000" dirty="0"/>
          </a:p>
          <a:p>
            <a:pPr algn="ctr" indent="0" marL="0">
              <a:lnSpc>
                <a:spcPts val="6000"/>
              </a:lnSpc>
              <a:buNone/>
            </a:pPr>
            <a:r>
              <a:rPr lang="en-US" sz="5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хвалу в піснях віддам мою.</a:t>
            </a:r>
            <a:endParaRPr lang="en-US" sz="5000" dirty="0"/>
          </a:p>
        </p:txBody>
      </p:sp>
      <p:sp>
        <p:nvSpPr>
          <p:cNvPr id="3" name="Shape 1"/>
          <p:cNvSpPr/>
          <p:nvPr/>
        </p:nvSpPr>
        <p:spPr>
          <a:xfrm>
            <a:off x="1080325" y="3543300"/>
            <a:ext cx="0" cy="1333500"/>
          </a:xfrm>
          <a:prstGeom prst="line">
            <a:avLst/>
          </a:prstGeom>
          <a:noFill/>
          <a:ln w="24423">
            <a:solidFill>
              <a:srgbClr val="8A8A8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117771" y="3543300"/>
            <a:ext cx="0" cy="1333500"/>
          </a:xfrm>
          <a:prstGeom prst="line">
            <a:avLst/>
          </a:prstGeom>
          <a:noFill/>
          <a:ln w="24423">
            <a:solidFill>
              <a:srgbClr val="8A8A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213021" y="3898900"/>
            <a:ext cx="1066800" cy="622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500" b="1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×2</a:t>
            </a:r>
            <a:endParaRPr lang="en-US" sz="3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Твоя величність незбагненна,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мені Тебе не осягти!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Як сонце ніжно пестить землю,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так всіх любовʼю грієш Ти.</a:t>
            </a:r>
            <a:endParaRPr lang="en-US" sz="5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000"/>
              </a:lnSpc>
              <a:buNone/>
            </a:pPr>
            <a:r>
              <a:rPr lang="en-US" sz="5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Тобі хвалу душа складає,</a:t>
            </a:r>
            <a:endParaRPr lang="en-US" sz="5000" dirty="0"/>
          </a:p>
          <a:p>
            <a:pPr algn="ctr" indent="0" marL="0">
              <a:lnSpc>
                <a:spcPts val="6000"/>
              </a:lnSpc>
              <a:buNone/>
            </a:pPr>
            <a:r>
              <a:rPr lang="en-US" sz="5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Тобі життя я віддаю, віддаю.</a:t>
            </a:r>
            <a:endParaRPr lang="en-US" sz="5000" dirty="0"/>
          </a:p>
          <a:p>
            <a:pPr algn="ctr" indent="0" marL="0">
              <a:lnSpc>
                <a:spcPts val="6000"/>
              </a:lnSpc>
              <a:buNone/>
            </a:pPr>
            <a:r>
              <a:rPr lang="en-US" sz="5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знаю: там, в блаженстві раю,</a:t>
            </a:r>
            <a:endParaRPr lang="en-US" sz="5000" dirty="0"/>
          </a:p>
          <a:p>
            <a:pPr algn="ctr" indent="0" marL="0">
              <a:lnSpc>
                <a:spcPts val="6000"/>
              </a:lnSpc>
              <a:buNone/>
            </a:pPr>
            <a:r>
              <a:rPr lang="en-US" sz="5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хвалу в піснях віддам мою.</a:t>
            </a:r>
            <a:endParaRPr lang="en-US" sz="5000" dirty="0"/>
          </a:p>
        </p:txBody>
      </p:sp>
      <p:sp>
        <p:nvSpPr>
          <p:cNvPr id="3" name="Shape 1"/>
          <p:cNvSpPr/>
          <p:nvPr/>
        </p:nvSpPr>
        <p:spPr>
          <a:xfrm>
            <a:off x="1080325" y="3543300"/>
            <a:ext cx="0" cy="1333500"/>
          </a:xfrm>
          <a:prstGeom prst="line">
            <a:avLst/>
          </a:prstGeom>
          <a:noFill/>
          <a:ln w="24423">
            <a:solidFill>
              <a:srgbClr val="8A8A8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117771" y="3543300"/>
            <a:ext cx="0" cy="1333500"/>
          </a:xfrm>
          <a:prstGeom prst="line">
            <a:avLst/>
          </a:prstGeom>
          <a:noFill/>
          <a:ln w="24423">
            <a:solidFill>
              <a:srgbClr val="8A8A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213021" y="3898900"/>
            <a:ext cx="1066800" cy="622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500" b="1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×2</a:t>
            </a:r>
            <a:endParaRPr lang="en-US" sz="3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Премудрий Ти і всемогутній,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Суддя і мертвих і живих,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Тобі навіки, Всюдисущий,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життя й надія всіх святих.</a:t>
            </a:r>
            <a:endParaRPr lang="en-US" sz="5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000"/>
              </a:lnSpc>
              <a:buNone/>
            </a:pPr>
            <a:r>
              <a:rPr lang="en-US" sz="5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Тобі хвалу душа складає,</a:t>
            </a:r>
            <a:endParaRPr lang="en-US" sz="5000" dirty="0"/>
          </a:p>
          <a:p>
            <a:pPr algn="ctr" indent="0" marL="0">
              <a:lnSpc>
                <a:spcPts val="6000"/>
              </a:lnSpc>
              <a:buNone/>
            </a:pPr>
            <a:r>
              <a:rPr lang="en-US" sz="5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Тобі життя я віддаю, віддаю.</a:t>
            </a:r>
            <a:endParaRPr lang="en-US" sz="5000" dirty="0"/>
          </a:p>
          <a:p>
            <a:pPr algn="ctr" indent="0" marL="0">
              <a:lnSpc>
                <a:spcPts val="6000"/>
              </a:lnSpc>
              <a:buNone/>
            </a:pPr>
            <a:r>
              <a:rPr lang="en-US" sz="5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знаю: там, в блаженстві раю,</a:t>
            </a:r>
            <a:endParaRPr lang="en-US" sz="5000" dirty="0"/>
          </a:p>
          <a:p>
            <a:pPr algn="ctr" indent="0" marL="0">
              <a:lnSpc>
                <a:spcPts val="6000"/>
              </a:lnSpc>
              <a:buNone/>
            </a:pPr>
            <a:r>
              <a:rPr lang="en-US" sz="5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хвалу в піснях віддам мою.</a:t>
            </a:r>
            <a:endParaRPr lang="en-US" sz="5000" dirty="0"/>
          </a:p>
        </p:txBody>
      </p:sp>
      <p:sp>
        <p:nvSpPr>
          <p:cNvPr id="3" name="Shape 1"/>
          <p:cNvSpPr/>
          <p:nvPr/>
        </p:nvSpPr>
        <p:spPr>
          <a:xfrm>
            <a:off x="1080325" y="3543300"/>
            <a:ext cx="0" cy="1333500"/>
          </a:xfrm>
          <a:prstGeom prst="line">
            <a:avLst/>
          </a:prstGeom>
          <a:noFill/>
          <a:ln w="24423">
            <a:solidFill>
              <a:srgbClr val="8A8A8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117771" y="3543300"/>
            <a:ext cx="0" cy="1333500"/>
          </a:xfrm>
          <a:prstGeom prst="line">
            <a:avLst/>
          </a:prstGeom>
          <a:noFill/>
          <a:ln w="24423">
            <a:solidFill>
              <a:srgbClr val="8A8A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213021" y="3898900"/>
            <a:ext cx="1066800" cy="622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500" b="1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×2</a:t>
            </a:r>
            <a:endParaRPr lang="en-US" sz="3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прагну вічно гімн хваління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Тобі співати, Спасе мій,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 дар великий, за спасіння,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 подвиг хресний славний Твій.</a:t>
            </a:r>
            <a:endParaRPr lang="en-US" sz="5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000"/>
              </a:lnSpc>
              <a:buNone/>
            </a:pPr>
            <a:r>
              <a:rPr lang="en-US" sz="5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Тобі хвалу душа складає,</a:t>
            </a:r>
            <a:endParaRPr lang="en-US" sz="5000" dirty="0"/>
          </a:p>
          <a:p>
            <a:pPr algn="ctr" indent="0" marL="0">
              <a:lnSpc>
                <a:spcPts val="6000"/>
              </a:lnSpc>
              <a:buNone/>
            </a:pPr>
            <a:r>
              <a:rPr lang="en-US" sz="5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Тобі життя я віддаю, віддаю.</a:t>
            </a:r>
            <a:endParaRPr lang="en-US" sz="5000" dirty="0"/>
          </a:p>
          <a:p>
            <a:pPr algn="ctr" indent="0" marL="0">
              <a:lnSpc>
                <a:spcPts val="6000"/>
              </a:lnSpc>
              <a:buNone/>
            </a:pPr>
            <a:r>
              <a:rPr lang="en-US" sz="5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знаю: там, в блаженстві раю,</a:t>
            </a:r>
            <a:endParaRPr lang="en-US" sz="5000" dirty="0"/>
          </a:p>
          <a:p>
            <a:pPr algn="ctr" indent="0" marL="0">
              <a:lnSpc>
                <a:spcPts val="6000"/>
              </a:lnSpc>
              <a:buNone/>
            </a:pPr>
            <a:r>
              <a:rPr lang="en-US" sz="5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хвалу в піснях віддам мою.</a:t>
            </a:r>
            <a:endParaRPr lang="en-US" sz="5000" dirty="0"/>
          </a:p>
        </p:txBody>
      </p:sp>
      <p:sp>
        <p:nvSpPr>
          <p:cNvPr id="3" name="Shape 1"/>
          <p:cNvSpPr/>
          <p:nvPr/>
        </p:nvSpPr>
        <p:spPr>
          <a:xfrm>
            <a:off x="1080325" y="3543300"/>
            <a:ext cx="0" cy="1333500"/>
          </a:xfrm>
          <a:prstGeom prst="line">
            <a:avLst/>
          </a:prstGeom>
          <a:noFill/>
          <a:ln w="24423">
            <a:solidFill>
              <a:srgbClr val="8A8A8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117771" y="3543300"/>
            <a:ext cx="0" cy="1333500"/>
          </a:xfrm>
          <a:prstGeom prst="line">
            <a:avLst/>
          </a:prstGeom>
          <a:noFill/>
          <a:ln w="24423">
            <a:solidFill>
              <a:srgbClr val="8A8A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213021" y="3898900"/>
            <a:ext cx="1066800" cy="622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500" b="1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×2</a:t>
            </a:r>
            <a:endParaRPr lang="en-US" sz="3500" dirty="0"/>
          </a:p>
        </p:txBody>
      </p:sp>
      <p:sp>
        <p:nvSpPr>
          <p:cNvPr id="6" name="Text 4"/>
          <p:cNvSpPr txBox="1"/>
          <p:nvPr/>
        </p:nvSpPr>
        <p:spPr>
          <a:xfrm>
            <a:off x="4270248" y="62636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***</a:t>
            </a:r>
            <a:endParaRPr lang="en-US" sz="2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2026-09-30T21:44:02Z</dcterms:created>
  <dcterms:modified xsi:type="dcterms:W3CDTF">2026-09-30T21:44:02Z</dcterms:modified>
</cp:coreProperties>
</file>