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лине Відкупителю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№141)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лине Відкупителю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роду в рід хвала!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і честь Спасителю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віддайте, всі серця.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щиро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всі, співайте всі!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вістку радісну святу,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Божу ласку, доброту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щиро всі!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15691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2405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1465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муках Спаситель кров пролив,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смертю переміг,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двері спасіння відчинив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кличе грішних всіх.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щиро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всі, співайте всі!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вістку радісну святу,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Божу ласку, доброту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щиро всі!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15691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2405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1465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Швидше до Господа прийдіть,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ніжно любить вас.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Вічне життя в Христі прийміть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спасіння час.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щиро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всі, співайте всі!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вістку радісну святу,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Божу ласку, доброту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щиро всі!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15691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2405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1465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загинути в гріхах,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ідіть всі до Христа;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поведе вас в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щастя повнота.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щиро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всі, співайте всі!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вістку радісну святу,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Божу ласку, доброту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співайте щиро всі!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15691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2405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1465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2026-09-30T21:43:54Z</dcterms:created>
  <dcterms:modified xsi:type="dcterms:W3CDTF">2026-09-30T21:43:54Z</dcterms:modified>
</cp:coreProperties>
</file>