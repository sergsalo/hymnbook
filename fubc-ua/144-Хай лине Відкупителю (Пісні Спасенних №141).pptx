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лине Відкупителю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№141)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Хай лине Відкупителю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роду в рід хвала!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Славу і честь Спасителю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віддайте, всі серця.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Співайте щиро всі, співайте всі!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вістку радісну святу,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Божу ласку, доброту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щиро всі!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муках Спаситель кров пролив,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смерть смертю переміг,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двері спасіння відчинив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кличе грішних всіх.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Співайте щиро всі, співайте всі!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вістку радісну святу,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Божу ласку, доброту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щиро всі!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Швидше до Господа прийдіть,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ніжно любить вас.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Вічне життя в Христі прийміть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 спасіння час.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Співайте щиро всі, співайте всі!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вістку радісну святу,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Божу ласку, доброту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щиро всі!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не загинути в гріхах,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ідіть всі до Христа;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поведе вас в небеса,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щастя повнота.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Співайте щиро всі, співайте всі!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вістку радісну святу,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Божу ласку, доброту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співайте щиро всі!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2026-09-30T18:53:07Z</dcterms:created>
  <dcterms:modified xsi:type="dcterms:W3CDTF">2026-09-30T18:53:07Z</dcterms:modified>
</cp:coreProperties>
</file>