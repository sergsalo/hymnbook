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Зранку, як сонечко встає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№142)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Зранку, як сонечко встає,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прийми хвалу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благодать, що Ти 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любов Твою.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Тобі несу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благодать святу.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дай, щоб за все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славив я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радості дай щоб я співав,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горі щоб більш моливсь,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 любов Твою звіщав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грішникам я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Тобі несу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благодать святу.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дай, щоб за все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славив я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Тобі хвалу нести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буде ціль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прославлялось кожну мить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Твоє Імʼя.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Тобі несу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благодать святу.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дай, щоб за все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славив я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день приходить до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зорі з небес блищать,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я в молитві до Творця,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слова звучать: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«Милості повен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милості й доброти!»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дай, щоб за все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славив я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2026-09-30T18:53:13Z</dcterms:created>
  <dcterms:modified xsi:type="dcterms:W3CDTF">2026-09-30T18:53:13Z</dcterms:modified>
</cp:coreProperties>
</file>