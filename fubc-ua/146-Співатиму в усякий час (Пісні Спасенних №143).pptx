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Співатиму в усякий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№143)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Співатиму в усякий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печалі віджену.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мене від смерті спас,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щастя повноту.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 Господа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славте, всі серця!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кров Христос пролив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дав нове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провини всі простив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співаю 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 Господа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славте, всі серця!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 спокусах захистить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мій Ісус.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Хоча в скорботах шлях лежить,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не сходить з уст.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 Господа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славте, всі серця!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милість і любов святу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 хочу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Спасителю Христу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звучить хвала моя!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 Господа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славте, всі серця!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2026-09-30T18:53:19Z</dcterms:created>
  <dcterms:modified xsi:type="dcterms:W3CDTF">2026-09-30T18:53:19Z</dcterms:modified>
</cp:coreProperties>
</file>