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Спасителю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Спасителю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всіх любов Його спасла.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хресті за нас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радість вічну дарував.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Єдинородний Божий Син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Себе взяв тягар провин,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хресті пролив Він кров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всім явив Свою любов.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славу неба залишив,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світ безмежно полюбив,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душі наші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правді жити учить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2026-09-30T18:53:25Z</dcterms:created>
  <dcterms:modified xsi:type="dcterms:W3CDTF">2026-09-30T18:53:25Z</dcterms:modified>
</cp:coreProperties>
</file>