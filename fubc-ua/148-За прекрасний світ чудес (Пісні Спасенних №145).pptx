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прекрасний світ чудес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№145)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прекрасний світ чудес,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повітря – дар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воду, хліб, плоди 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поля, луги, ліси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Господу хвала, Господу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Отче, хвала Тобі!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Небесний, хвала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25546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72550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71610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братів й сестер в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охорону з юних літ,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дозвілля і за труд,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вузьку у небо путь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Господу хвала, Господу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Отче, хвала Тобі!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Небесний, хвала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25546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72550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71610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чудове сяйво зір,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тихий сон і в серці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прекрасну Книгу книг,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людей навчає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Господу хвала, Господу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Отче, хвала Тобі!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Небесний, хвала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25546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72550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71610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турботливих батьків,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любов і вірність 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Спасителя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відкрив нам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Господу хвала, Господу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Отче, хвала Тобі!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Небесний, хвала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25546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72550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71610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2026-09-30T21:43:57Z</dcterms:created>
  <dcterms:modified xsi:type="dcterms:W3CDTF">2026-09-30T21:43:57Z</dcterms:modified>
</cp:coreProperties>
</file>