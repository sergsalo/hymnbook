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прекрасний світ чудес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№145)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прекрасний світ чудес,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повітря – дар небес,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воду, хліб, плоди усі,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поля, луги, ліси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Господу хвала, Господу хвала!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Отче, хвала Тобі!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 Небесний, хвала Тобі!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братів й сестер в Христі,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охорону з юних літ,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дозвілля і за труд,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вузьку у небо путь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Господу хвала, Господу хвала!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Отче, хвала Тобі!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 Небесний, хвала Тобі!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чудове сяйво зір,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тихий сон і в серці мир,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прекрасну Книгу книг,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людей навчає всіх,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Господу хвала, Господу хвала!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Отче, хвала Тобі!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 Небесний, хвала Тобі!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турботливих батьків,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любов і вірність їх,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Спасителя Христа,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відкрив нам небеса,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Господу хвала, Господу хвала!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Отче, хвала Тобі! :||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 Небесний, хвала Тобі!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2026-09-30T18:53:31Z</dcterms:created>
  <dcterms:modified xsi:type="dcterms:W3CDTF">2026-09-30T18:53:31Z</dcterms:modified>
</cp:coreProperties>
</file>