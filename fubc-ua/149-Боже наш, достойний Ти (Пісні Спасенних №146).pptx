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наш, достойний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№146)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наш, достойний 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слави, честі на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слави, честі на землі від нас.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серця повноти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співаємо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співаєм радісно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Збережи у світі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для Тебе ми жили.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Підкріпляй нас кожний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хвалу Тобі несли!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нас, грішних, полюбив,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дивну милість проявив,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дивну милість проявив до нас.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Зберігаєш в кожний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утішаєш Духом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правди утішаєш нас.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Збережи у світі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для Тебе ми жили.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Підкріпляй нас кожний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хвалу Тобі несли!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життя нам дарував,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світлом правди осіяв,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небесний у серця послав,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всі гріхи простив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смерті відкупив,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від смерті кровʼю відкупив.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Збережи у світі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для Тебе ми жили.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Підкріпляй нас кожний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хвалу Тобі несли!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2026-09-30T18:53:38Z</dcterms:created>
  <dcterms:modified xsi:type="dcterms:W3CDTF">2026-09-30T18:53:38Z</dcterms:modified>
</cp:coreProperties>
</file>