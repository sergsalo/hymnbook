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сиджу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сиджу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 слухаю слова.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любо, як приємно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научатись від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любо, як приємно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научатись від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сиджу Ісуса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утішається душа.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Господа велику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осягти не можу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Господа велику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осягти не можу 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сиджу Ісуса.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благословив: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мої простив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спокоєм наділив,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мої простив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спокоєм наділив.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сиджу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єднання з Ним люблю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пісні люблю співати: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Господу-Царю,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пісні люблю співати: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Господу-Царю.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Укріпи мене,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Твоїх святих,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прожити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дім ввійти,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прожити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дім ввійти.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2026-09-25T07:39:20Z</dcterms:created>
  <dcterms:modified xsi:type="dcterms:W3CDTF">2026-09-25T07:39:20Z</dcterms:modified>
</cp:coreProperties>
</file>