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Христу хвала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№147)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Христу хвала, що час вже той минув,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коли я в темряві гріховній був.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Спокою в світі цім я не знайшов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Господь дав мир, коли до Нього я прийшов.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 Христом я буду в небесах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 піснями слави на устах.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красі небесного вінця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співатиму: «Христом спасенний я!»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Вагання й страх Спаситель віддалив,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силу смерті смертю покорив,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грішного мене Він полюбив,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пречистою Своєю кровʼю убілив.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 Христом я буду в небесах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 піснями слави на устах.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красі небесного вінця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співатиму: «Христом спасенний я!»</a:t>
            </a:r>
            <a:endParaRPr lang="en-US" sz="5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Хвала Спасителю! Тепер Він мій!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збудував у серці храм святий.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не боюсь: Господь скрізь проведе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у спокусах й горі душу збереже.</a:t>
            </a:r>
            <a:endParaRPr lang="en-US" sz="5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 Христом я буду в небесах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 піснями слави на устах.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красі небесного вінця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співатиму: «Христом спасенний я!»</a:t>
            </a:r>
            <a:endParaRPr lang="en-US" sz="5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Належу я Ісусу назавжди!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– щит мій і мій захист від біди,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Спаситель мій і скеля Він моя.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Йому нехай звучить повік моя хвала!</a:t>
            </a:r>
            <a:endParaRPr lang="en-US" sz="5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 Христом я буду в небесах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 піснями слави на устах.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красі небесного вінця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співатиму: «Христом спасенний я!»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2026-09-30T18:53:43Z</dcterms:created>
  <dcterms:modified xsi:type="dcterms:W3CDTF">2026-09-30T18:53:43Z</dcterms:modified>
</cp:coreProperties>
</file>