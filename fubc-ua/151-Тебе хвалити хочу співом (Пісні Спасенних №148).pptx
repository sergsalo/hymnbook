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||:5-6:||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||:5-6:|| · rows:1,1,1,1,1,2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||:5-6:|| · rows:1,1,1,1,1,2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хвалити хочу співом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№148)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хвалити хочу співом,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Боже, за любов Твою!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відкрив спасіння дивне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це Тобі хвалу несу.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Ніколи я не перестану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співати славу і осанну!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49475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8621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7681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тільки ранок зазоріє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 піднестись люблю.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час, як сутінь землю вкриє,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я піснею хвалю.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я, коли співаю,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в смиренні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прославляю.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67713" y="394411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30383" y="394411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9443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святити я бажаю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із вдячністю в душі.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 дійти до небокраю,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Ти царюєш у красі.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в просторах безконечних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поллється спів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хвали сердечний.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091755" y="3924300"/>
            <a:ext cx="0" cy="2095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6341" y="3924300"/>
            <a:ext cx="0" cy="2095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01591" y="4660900"/>
            <a:ext cx="10668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5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2026-09-30T21:43:59Z</dcterms:created>
  <dcterms:modified xsi:type="dcterms:W3CDTF">2026-09-30T21:43:59Z</dcterms:modified>
</cp:coreProperties>
</file>