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Тебе хвалити хочу співом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№148)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Тебе хвалити хочу співом,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мій Боже, за любов Твою!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Мені відкрив спасіння дивне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це Тобі хвалу несу.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Ніколи я не перестану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співати славу і осанну! :||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тільки ранок зазоріє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Тебе піднестись люблю.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 час, як сутінь землю вкриє,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Тебе я піснею хвалю.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Щасливий я, коли співаю,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Тебе в смиренні прославляю. :||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Тебе святити я бажаю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завжди із вдячністю в душі.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сил дійти до небокраю,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 Ти царюєш у красі.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Тобі в просторах безконечних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поллється спів хвали сердечний. :||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2026-09-30T18:53:50Z</dcterms:created>
  <dcterms:modified xsi:type="dcterms:W3CDTF">2026-09-30T18:53:50Z</dcterms:modified>
</cp:coreProperties>
</file>