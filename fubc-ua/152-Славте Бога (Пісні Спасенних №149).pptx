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№149)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 піснею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славте, славте всім життям своїм,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дружним співом славте за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сліз і горя в світі цім.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від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спас в Христі!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всі Його повік!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 кожної хвилини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думках, в словах, в усіх ділах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святе довготерпіння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людей, що гинуть у гріхах.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від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спас в Христі!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всі Його повік!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 щирою душею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Його безмірну благодать.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Він, великий милістю Своєю,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Сина в жертву за людей віддав.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від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спас в Христі!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всі Його повік!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повсякчасно,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в славі наш Господь гряде,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небесний славний дім прекрасний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навіки вибраних введе.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від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спас в Христі!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Бога, славте всі Його повік!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2026-09-30T18:53:56Z</dcterms:created>
  <dcterms:modified xsi:type="dcterms:W3CDTF">2026-09-30T18:53:56Z</dcterms:modified>
</cp:coreProperties>
</file>