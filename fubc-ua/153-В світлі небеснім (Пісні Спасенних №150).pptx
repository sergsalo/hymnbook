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світлі небеснім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№150)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світлі небеснім шлях мій проходить,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прямую я до мети.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Крізь перешкоди Пастир проводить,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Його я бачу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небесне, світло чудове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наповняє душу мою.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Я торжествую,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співаю – славу Христу.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цьому світі княжить лукавий,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 затьмиться образ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є світло, світло яскраве,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Його сяйві йду я щодня.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небесне, світло чудове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наповняє душу мою.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Я торжествую,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співаю – славу Христу.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цьому світлі щиро радію,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співаю пісню хвали.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здійсняться всі мої мрії,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вічнім світлі буду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небесне, світло чудове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наповняє душу мою.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Я торжествую,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співаю – славу Христу.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2026-09-30T18:54:01Z</dcterms:created>
  <dcterms:modified xsi:type="dcterms:W3CDTF">2026-09-30T18:54:01Z</dcterms:modified>
</cp:coreProperties>
</file>