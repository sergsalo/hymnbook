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Слав, душе, Творця благого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№151)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Слав, душе, Творця благого: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любить без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подає нам допомогу,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миром сповнює серця!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 премудрого Творця!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слав за всі діяння,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житті являє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утіху й сподівання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час горя і страждань!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Слав, бо вічно славен Бог!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Слав, душе, Того, Хто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без міри, без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прощає і не судить,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дає нам дар життя!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 Небесного Отця!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2026-09-30T18:54:08Z</dcterms:created>
  <dcterms:modified xsi:type="dcterms:W3CDTF">2026-09-30T18:54:08Z</dcterms:modified>
</cp:coreProperties>
</file>