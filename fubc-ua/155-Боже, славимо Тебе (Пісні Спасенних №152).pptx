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славимо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славимо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хвалу Тобі приносим,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блакитну даль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вдячністю свій зір підносим.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Тебе, о Боже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величаємо в цей час!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праведних,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сонми жителів небесних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велич діл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 великих і чудесних,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Бога і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Вседержителя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Твоє 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Церква щиро прославляє,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заповіти всі Твої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шанує, і сповняє.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Гідний слави, Боже,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любові повноти!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хочемо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лише Тобі служити.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шляхом Своїм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Тобою вічно жити.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любовʼю нас зігрій,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нам даруй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2026-09-30T18:54:13Z</dcterms:created>
  <dcterms:modified xsi:type="dcterms:W3CDTF">2026-09-30T18:54:13Z</dcterms:modified>
</cp:coreProperties>
</file>