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Прославимо Творця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№153)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Прославимо Творця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серцем, і устами,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робить чудеса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нас, і поруч з нами.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нас Господь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щедрий і благий.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 єднанні з Ним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серці мир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буде Бог для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відрадою живою,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від смерті спас,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наповнив дух спокоєм.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залишить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цьому світі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без змін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сяє кожен час!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наш,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подяка, честь і слава: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узи зла розбив,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спасіння мали.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Тобі, Ісусе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для всіх святих.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спокій Твій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тих відрада – Ти!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2026-09-30T18:54:19Z</dcterms:created>
  <dcterms:modified xsi:type="dcterms:W3CDTF">2026-09-30T18:54:19Z</dcterms:modified>
</cp:coreProperties>
</file>