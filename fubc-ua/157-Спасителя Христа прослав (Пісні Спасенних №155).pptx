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Спасителя Христа прослав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№155)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Спасителя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прослав, народе весь.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небесні ангели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співають всі,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хвалу несуть Творцю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небеса небес,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Він створив усе велично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красі!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Господи,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славить і мій дух,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Ти – мій дивний Відкупитель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Творець;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дав по вірі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моїх заслуг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нехай Тобі звучить навіки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й честь!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прагну в край новий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спокою і добра.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Твоя свята любов мене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туди веде.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Тобі, Ісусе, там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звучить повік хвала!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святиться в моїм житті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Імʼя Твоє!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 ангелів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невпинно там співа: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«Святий, святий, святий Господь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і Творець!»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той небесний спів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підхоплює душа: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«Святий Господь, Владика всесвіту,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Отець!»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2026-09-30T18:54:24Z</dcterms:created>
  <dcterms:modified xsi:type="dcterms:W3CDTF">2026-09-30T18:54:24Z</dcterms:modified>
</cp:coreProperties>
</file>