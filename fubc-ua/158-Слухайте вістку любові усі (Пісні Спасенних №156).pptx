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Слухайте вістку любові 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Слухайте вістку любові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сприятливий час: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навіки простив у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загибелі спас!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від загибелі спас!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Бог нас навіки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у Христі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загибелі спас!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73351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4745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380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неправда загублених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засмучує нас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вірмо всім серцем: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Бог простив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загибелі спас!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від загибелі спас!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Бог нас навіки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у Христі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загибелі спас!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73351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4745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380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в життєвих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стражданнях тяжких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промінь надії погас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у думках пригадаймо своїх: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від загибелі спас!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від загибелі спас!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Бог нас навіки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у Христі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загибелі спас!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73351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4745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380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спокуси зустрінем в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серце збентежиться в нас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хай чується в мові простій: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від загибелі спас!»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від загибелі спас!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Бог нас навіки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у Христі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загибелі спас!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73351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4745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2380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2026-09-30T21:44:05Z</dcterms:created>
  <dcterms:modified xsi:type="dcterms:W3CDTF">2026-09-30T21:44:05Z</dcterms:modified>
</cp:coreProperties>
</file>