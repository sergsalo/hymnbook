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rows:2,1,1,1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Слухайте вістку любові усі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№156)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Слухайте вістку любові усі,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поки сприятливий час: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нас навіки простив у Христі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загибелі спас!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від загибелі спас!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Так, Бог нас навіки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простив у Христі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загибелі спас!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4291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3805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5885" y="20289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Може, неправда загублених днів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часто засмучує нас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вірмо всім серцем: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гріхи Бог простив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загибелі спас!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від загибелі спас!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Так, Бог нас навіки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простив у Христі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загибелі спас!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4291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3805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5885" y="20289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Може, в життєвих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стражданнях тяжких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промінь надії погас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знов у думках пригадаймо своїх: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від загибелі спас!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від загибелі спас!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Так, Бог нас навіки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простив у Христі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загибелі спас!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4291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3805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5885" y="20289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Може, спокуси зустрінем в житті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серце збентежиться в нас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слово хай чується в мові простій: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«Бог від загибелі спас!»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від загибелі спас!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Так, Бог нас навіки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простив у Христі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загибелі спас!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4291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3805" y="196291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5885" y="20289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2026-09-30T19:18:27Z</dcterms:created>
  <dcterms:modified xsi:type="dcterms:W3CDTF">2026-09-30T19:18:27Z</dcterms:modified>
</cp:coreProperties>
</file>