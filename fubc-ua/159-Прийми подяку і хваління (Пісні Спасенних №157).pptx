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Прийми подяку і хваління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№157)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Прийми подяку і хваління,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Ісусе, за Твою любов!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гріх наш Ти страждав невинно,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нас пролив пречисту кров.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Наругу, осуд і знущання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Ти, Господи, за нас прийняв.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дати всім нам оправдання,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муках на хресті вмирав.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сльозах подяки дар спасіння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із рук Твоїх приймаю 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вірю: вічний мир безцінний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дарує благодать Твоя.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Твої священні заповіти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бажаю виповняти я;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Твоєю ласкою зігрітий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пройду я до кінця життя.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2026-09-30T19:18:41Z</dcterms:created>
  <dcterms:modified xsi:type="dcterms:W3CDTF">2026-09-30T19:18:41Z</dcterms:modified>
</cp:coreProperties>
</file>