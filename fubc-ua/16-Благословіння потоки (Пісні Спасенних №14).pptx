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 потоки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 потоки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дати Господь обіцяв,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ближнім, чужим і далеким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небесну послав.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неба поллються дощем.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Падають крапля по краплі,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потоків ми ждем.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 потоки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навкруги освіжать.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Пагорби, ниви, дороги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знову життям закиплять.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неба поллються дощем.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Падають крапля по краплі,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потоків ми ждем.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 потоки,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з неба пошли,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дім Твій введи одиноких,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недужих зціли.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неба поллються дощем.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Падають крапля по краплі,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потоків ми ждем.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 потоки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наповняють серця.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визнаємо пороки,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несем каяття.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неба поллються дощем.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Падають крапля по краплі,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потоків ми ждем.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 потоки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Свого часу пошле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тим, хто в Його світлі ходить,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з Ним постійно живе.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неба поллються дощем.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Падають крапля по краплі,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потоків ми ждем.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2026-09-25T08:27:30Z</dcterms:created>
  <dcterms:modified xsi:type="dcterms:W3CDTF">2026-09-25T08:27:30Z</dcterms:modified>
</cp:coreProperties>
</file>