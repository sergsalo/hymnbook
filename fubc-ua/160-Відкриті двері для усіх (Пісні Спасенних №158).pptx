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Відкриті двері для усіх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Відкриті двері для усіх.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них велично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любов, що нам прощає гріх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рай всіх закликає.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двері лиш одні,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відкриті і мені;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мені,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відкриті і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 проходять в двері 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 рай ввійти бажає: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багаті, знатні і прості,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усіх приймає.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двері лиш одні,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відкриті і мені;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мені,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відкриті і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хто увійде в двері 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 відкрив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знайде радість для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вічно буде жити.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двері лиш одні,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відкриті і мені;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мені,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відкриті і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Той, хто увійде в край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забуде всі турботи,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вінець від Бога золотий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прийме в нагороду.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двері лиш одні,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відкриті і мені;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мені,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відкриті і мені.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2026-09-30T19:18:51Z</dcterms:created>
  <dcterms:modified xsi:type="dcterms:W3CDTF">2026-09-30T19:18:51Z</dcterms:modified>
</cp:coreProperties>
</file>