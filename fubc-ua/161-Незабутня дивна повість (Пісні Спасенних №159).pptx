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rows:1,1,2,1,1,1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rows:1,1,2,1,1,1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rows:1,1,2,1,1,1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Незабутня дивна повість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№159)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Незабутня дивна повість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Христа, Його любов: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за нас в вінку терновім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Голгофський хрест пішов.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завжди співати буду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Христа (про Христа),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в світ прийшов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(що в світ прийшов),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Його пізнали люди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прийняли святу любов,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святу любов.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блукав у світі злобнім,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загибель вірну йшов,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Ісус, мій Пастир добрий,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пітьмі мене знайшов.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завжди співати буду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Христа (про Христа),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в світ прийшов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(що в світ прийшов),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Його пізнали люди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прийняли святу любов,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святу любов.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 Бога величати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душу Він мою звільнив.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Вічно буду я співати,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мене Христос простив.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завжди співати буду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Христа (про Христа),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в світ прийшов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(що в світ прийшов),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Його пізнали люди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прийняли святу любов,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святу любов.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2026-09-30T19:19:01Z</dcterms:created>
  <dcterms:modified xsi:type="dcterms:W3CDTF">2026-09-30T19:19:01Z</dcterms:modified>
</cp:coreProperties>
</file>