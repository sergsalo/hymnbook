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Небесний спокій я знайшов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№160)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Небесний спокій я знайшов,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 Христа прийшов.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Він всі гріхи простив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відродив.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при криниці Сихаря,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був з Христом моїм,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раз була душа моя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Галилеї з Ним.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Галилеї з Ним,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раз була душа моя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Галилеї з Ним.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9544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264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34728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Пройшов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тернистий шлях,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пролив пречисту кров,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не гинув у гріхах,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щастя я знайшов.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 любовʼю Він підняв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рову марноти;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хоч вирують хвилі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маю мир в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маю мир в Христі,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хоч вирують хвилі зла,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маю мир в Христі.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48027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50069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82149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 Спасителя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надією іду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біля ніг Його святих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тягарі кладу.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Думками лину я туди,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будуть вірні всі.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швидше увійти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 святі.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 святі,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швидше увійти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 святі.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317443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80653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12733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2026-09-30T19:19:11Z</dcterms:created>
  <dcterms:modified xsi:type="dcterms:W3CDTF">2026-09-30T19:19:11Z</dcterms:modified>
</cp:coreProperties>
</file>