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P1 · 1/1 · ||:1-1:||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1/2 · rows:2,1,1,1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 · 1/1 · ||:1-1:||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P3 · 1/1 · ||:1-1:||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Небесний спокій я знайшов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№160)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Небесний спокій я знайшов,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до Христа прийшов.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Мої Він всі гріхи простив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серце відродив.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Там, при криниці Сихаря,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був з Христом моїм,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раз була душа моя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 Галилеї з Ним.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 Галилеї з Ним,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раз була душа моя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 Галилеї з Ним.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994508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203588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02648" y="23362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Пройшов Христос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тернистий шлях,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пролив пречисту кров,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я не гинув у гріхах,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щастя я знайшов.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Мене з любовʼю Він підняв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із рову марноти;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хоч вирують хвилі зла,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маю мир в Христі.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маю мир в Христі,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хоч вирують хвилі зла,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маю мир в Христі.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547087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51009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50069" y="23362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до Спасителя завжди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 надією іду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біля ніг Його святих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всі тягарі кладу.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Думками лину я туди,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 будуть вірні всі.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Бажаю швидше увійти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небеса святі.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небеса святі,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бажаю швидше увійти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небеса святі.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3416503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81593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880653" y="23362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2026-09-30T21:44:07Z</dcterms:created>
  <dcterms:modified xsi:type="dcterms:W3CDTF">2026-09-30T21:44:07Z</dcterms:modified>
</cp:coreProperties>
</file>