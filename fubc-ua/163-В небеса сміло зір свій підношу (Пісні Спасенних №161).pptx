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rows:2,2,2,1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rows:2,2,2,1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rows:2,2,2,1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rows:2,2,2,1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небеса сміло зір свій підношу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№161)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небеса сміло зір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свій підношу тепер,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сумнів душу мою залишив.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Маю мир, бо за мене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Спаситель помер,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(відкупив)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(Він мене),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і веде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день! Алілуя!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ясних небесах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прославлю Христа,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втішаюсь Христом,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Нім надія моя.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Він Словом Своїм освітив.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спасенний навік!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Твердо впевнений я: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(відкупив)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(Він мене),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і веде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день! Алілуя!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ясних небесах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прославлю Христа,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Хліб життя Бог дає,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зберігає в путі,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подає сил, щоб свято я жив,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утішає в журбі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дарує в житті.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(відкупив)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(Він мене),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і веде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день! Алілуя!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ясних небесах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прославлю Христа,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надходить гроза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дивлюсь на Христа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благаю, щоб в вірі зміцнив.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«Бог – твердиня моя!»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так співають уста.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(відкупив)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(Він мене),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відкупив і веде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день! Алілуя!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ясних небесах 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прославлю Христа,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від гріха відкупив!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2026-09-30T19:19:22Z</dcterms:created>
  <dcterms:modified xsi:type="dcterms:W3CDTF">2026-09-30T19:19:22Z</dcterms:modified>
</cp:coreProperties>
</file>