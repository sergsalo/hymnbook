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 сміло зір свій підношу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 сміло зір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підношу тепер,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сумнів душу мою залишив.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 мир, бо за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помер,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Він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і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ясних небесах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втішаюсь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надія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Він Словом Своїм освітив.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спасенний навік!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впевнений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Він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і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ясних небесах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життя Бог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зберігає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подає сил, щоб свято я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 в журбі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дарує в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Він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і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ясних небесах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надходить гроза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дивлюсь на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благаю, щоб в вірі зміцнив.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– твердиня моя!»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так співають уста.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Він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і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ясних небесах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від гріха відкупив!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2026-09-30T21:37:28Z</dcterms:created>
  <dcterms:modified xsi:type="dcterms:W3CDTF">2026-09-30T21:37:28Z</dcterms:modified>
</cp:coreProperties>
</file>