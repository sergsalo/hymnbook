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так довго блукав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№162)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так довго блукав у цім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Спаситель мене врятував,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гріховної визволив сіті,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життя Він мені вічне дав.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 Він мене із неволі,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порвав всі тенета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послав в серце радість і волю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 тепер про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ти чому ще блукаєш?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навколо – лише марнота.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у світі блаженства не знайдеш,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воно тільки є у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 Він мене із неволі,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порвав всі тенета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послав в серце радість і волю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 тепер про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2026-09-30T19:19:32Z</dcterms:created>
  <dcterms:modified xsi:type="dcterms:W3CDTF">2026-09-30T19:19:32Z</dcterms:modified>
</cp:coreProperties>
</file>