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 я! Велика це радість!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№163)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 я! Велика це радість!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 я кровʼю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Віднині я Господа власність,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віднині Його я дитя.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 я кровʼю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віднині Його я дитя!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щасливий в Ісусі!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Ним утішаюсь одним,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живу в нерозривнім союзі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Другом моїм дорогим.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 я кровʼю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віднині Його я дитя!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Єднання з Ісусом я маю,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прославляю щодня,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милість Господню співаю,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радісне з Богом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 я кровʼю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віднині Його я дитя!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Побачу Христа скоро в славі,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утіха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шлях мій до неба направив,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вічне блаженне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 я кровʼю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віднині Його я дитя!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2026-09-30T19:19:43Z</dcterms:created>
  <dcterms:modified xsi:type="dcterms:W3CDTF">2026-09-30T19:19:43Z</dcterms:modified>
</cp:coreProperties>
</file>