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Син Божий, Примиритель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Син Божий, Примиритель,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всепрощаючий, благий!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Лікар, мій Учитель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Спаситель дорогий.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я ворогом Христові,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 лише для втіх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 великої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простив навік.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 Нього був далеко,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гріховній млі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йшов безповоротно в пекло,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рятунку не шукав.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Зглянувся Він наді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смерті врятував,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величною хвалою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Його лиш прославляв.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твердо, без вагання,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за Ним услід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 пороків і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про Христа нести.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Бог мене втішає,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заспокоює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й тіло підкріпляє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зла Він береже.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сповнене хвалою,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Христос мене простив.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Торжествую я душею,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мене Він пробудив.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віра окриляє,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примирений з Христом!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у небеса безкраї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величним торжеством.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2026-09-30T19:19:54Z</dcterms:created>
  <dcterms:modified xsi:type="dcterms:W3CDTF">2026-09-30T19:19:54Z</dcterms:modified>
</cp:coreProperties>
</file>