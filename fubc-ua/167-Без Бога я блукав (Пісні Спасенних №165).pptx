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Бога я блукав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Бога я блукав постійно,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спокою не мав,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Спаситель із любові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серцю дав.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Дивний спокій Христос дарував,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 Він спасіння придбав;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ще гріх невгамовно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бушує кругом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 Божим щитом.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Марноти світу затопляли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душу вже мою,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 Христос мій для спасіння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руку дав Свою.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Дивний спокій Христос дарував,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 Він спасіння придбав;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ще гріх невгамовно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бушує кругом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 Божим щитом.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Незмінне щастя, милість Божу,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серцем я пізнав: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за всі мої провини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 вмирав.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Дивний спокій Христос дарував,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 Він спасіння придбав;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ще гріх невгамовно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бушує кругом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 Божим щитом.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люди, змучені й безсилі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борні земній,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спішіть всі до Христа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Він дасть вам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Свій святий.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Дивний спокій Христос дарував,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 Він спасіння придбав;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ще гріх невгамовно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бушує кругом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 Божим щитом.</a:t>
            </a:r>
            <a:endParaRPr lang="en-US" sz="5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Сердечні двері відчиніть же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прийміть Христа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вашу душу вмить очистить,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дасть нове життя.</a:t>
            </a:r>
            <a:endParaRPr lang="en-US" sz="5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Дивний спокій Христос дарував,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 Він спасіння придбав;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ще гріх невгамовно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бушує кругом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під Божим щитом.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2026-09-30T21:37:31Z</dcterms:created>
  <dcterms:modified xsi:type="dcterms:W3CDTF">2026-09-30T21:37:31Z</dcterms:modified>
</cp:coreProperties>
</file>