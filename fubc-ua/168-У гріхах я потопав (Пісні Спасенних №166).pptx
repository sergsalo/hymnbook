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гріхах я потопав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гріхах я потопав,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очі дивилась смерть,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життя надій не мав,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розпач наповнив вщерть.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Господь мене любив,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стогін почув Він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гріхів мене обмив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крові святій.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726891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71205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70265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726891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71205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70265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Віддаю Ісусу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і розум свій,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скеля Він міцна моя,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добрий Спаситель мій.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безмірну благодать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Богу несу хвалу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не хочу більше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служити злу.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726891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71205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70265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726891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71205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70265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Добре бути із Христом,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Ньому життя моє,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Він, і більш ніхто,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і мир дає.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Гріх цілком перемогти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зможу я тільки з Ним,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горі може помогти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Божий Син.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726891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71205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70265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726891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71205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70265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2026-09-30T21:44:10Z</dcterms:created>
  <dcterms:modified xsi:type="dcterms:W3CDTF">2026-09-30T21:44:10Z</dcterms:modified>
</cp:coreProperties>
</file>