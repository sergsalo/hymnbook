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rows:1,1,1,2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 · rows:2,1,1,1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rows:1,1,1,2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rows:1,1,1,2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rows:1,1,1,2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муках Христос за нас умирав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№167)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муках Христос за нас умирав,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кров на хресті пролив Він за всіх.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Гнів Божий вже не прийде на тих,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хто дар спасіння в серце прийняв.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Христос нас простив,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крові убілив;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тепер з Ним живем,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небо радісно, радісно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йдем (в небо йдем).</a:t>
            </a:r>
            <a:endParaRPr lang="en-US" sz="5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Хто б ти не був,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Господь жде тебе,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ніжно Він кличе, просить прийти.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Гнів Божий вже не прийде на тих,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хто з каяттям до Нього іде.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Христос нас простив,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крові убілив;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тепер з Ним живем,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небо радісно, радісно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йдем (в небо йдем).</a:t>
            </a:r>
            <a:endParaRPr lang="en-US" sz="5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Скоро мине спасіння пора,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буде Господь судити усіх.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Гнів Божий вже не прийде на тих,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хто був омитий кровʼю Христа.</a:t>
            </a:r>
            <a:endParaRPr lang="en-US" sz="5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Христос нас простив,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крові убілив;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тепер з Ним живем,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небо радісно, радісно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йдем (в небо йдем).</a:t>
            </a:r>
            <a:endParaRPr lang="en-US" sz="5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Дивний дарунок – вічне життя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вірних всіх жде в оселях святих,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гнів Божий вже не прийде на них,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радість наповнить їхні серця.</a:t>
            </a:r>
            <a:endParaRPr lang="en-US" sz="5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Христос нас простив,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крові убілив;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тепер з Ним живем,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небо радісно, радісно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йдем (в небо йдем).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2026-09-30T19:20:26Z</dcterms:created>
  <dcterms:modified xsi:type="dcterms:W3CDTF">2026-09-30T19:20:26Z</dcterms:modified>
</cp:coreProperties>
</file>