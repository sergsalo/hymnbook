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муках Христос за нас умирав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муках Христос за нас умирав,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на хресті пролив Він за всіх.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Гнів Божий вже не прийде на 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дар спасіння в серце прийняв.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нас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крові убілив;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 Ним живем,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радісно, радісно йдем.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 ти не був,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жде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ніжно Він кличе, просить прийти.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Гнів Божий вже не прийде на 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з каяттям до Нього іде.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нас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крові убілив;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 Ним живем,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радісно, радісно йдем.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мине спасіння пора,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Господь судити усіх.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Гнів Божий вже не прийде на 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був омитий кровʼю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нас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крові убілив;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 Ним живем,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радісно, радісно йдем.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дарунок – вічне життя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вірних всіх жде в оселях святих,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гнів Божий вже не прийде на 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наповнить їхні серця.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нас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крові убілив;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з Ним живем,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небо радісно, радісно йдем.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2026-09-30T21:37:37Z</dcterms:created>
  <dcterms:modified xsi:type="dcterms:W3CDTF">2026-09-30T21:37:37Z</dcterms:modified>
</cp:coreProperties>
</file>