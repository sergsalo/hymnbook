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Священне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Священне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знов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дар життя чудовий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Твою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 про дар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усім,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змучений ходінням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марноті земній.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Дивні слова із Біблії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почути знов: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і душу зміцнює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Твою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скажи чудове,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збагнути міг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дивний дар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подвиг хресний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Спасе, нагадуй часто,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закарбуй,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грішникам нещасним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 Ти в небо путь.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Дивні слова із Біблії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почути знов: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і душу зміцнює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Твою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скажи любові,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побачиш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мій дуже кволий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стомився 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прийде час скінчити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шлях на цій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вірити несхитно,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Спаситель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Дивні слова із Біблії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почути знов: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і душу зміцнює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Твою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2026-09-25T08:28:57Z</dcterms:created>
  <dcterms:modified xsi:type="dcterms:W3CDTF">2026-09-25T08:28:57Z</dcterms:modified>
</cp:coreProperties>
</file>