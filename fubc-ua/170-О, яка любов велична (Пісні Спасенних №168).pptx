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яка любов велична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№168)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яка любов велична,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безконечна і свята,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явив нам Бог Предвічний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Господа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Вхід у небо тим відкритий,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Ісуса полюбив;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я там вічно жити,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мене Він відкупив.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 гріхах і злі томився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немов вівця, блукав,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з Ісусом я зустрівся,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мене Він врятував.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Вхід у небо тим відкритий,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Ісуса полюбив;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я там вічно жити,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мене Він відкупив.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Щастя й мир душа пізнала,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мої гріхи простив.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 Христу, хвала і слава: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у небо вхід відкрив.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Вхід у небо тим відкритий,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Ісуса полюбив;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я там вічно жити,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мене Він відкупив.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2026-09-30T19:20:36Z</dcterms:created>
  <dcterms:modified xsi:type="dcterms:W3CDTF">2026-09-30T19:20:36Z</dcterms:modified>
</cp:coreProperties>
</file>