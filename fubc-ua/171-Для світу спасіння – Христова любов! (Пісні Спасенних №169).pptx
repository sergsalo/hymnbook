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світу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Христова любов!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№169)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світу спасіння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Христова любов!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нас пролилася Ісусова кров.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звершив Він,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спокій нам Свій –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радійте, всі вірні, радійте, всі вірні,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радійте, всі вірні, в любові святій.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 Ісусу! Він нас відкупив,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наші провини навіки простив.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світлом небесним серця освітив.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– від Бога,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– від Бога,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– від Бога, від Господа сил.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 Божий розпʼятий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вмирав на хресті,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розпʼятий для світу і я у Христі;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світ цей розпʼятий для мене у Нім,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з Ним живу 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з Ним живу 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з Ним живу я, з Ісусом моїм.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дасть нагороду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вірних Своїх,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небі оселі готує для них.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Зіллються там хори спасенних усіх.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Хвала, честь Ісусу,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хвала, честь Ісусу,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хвала, честь Ісусу хай буде навік!</a:t>
            </a:r>
            <a:endParaRPr lang="en-US" sz="49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2026-09-30T19:20:46Z</dcterms:created>
  <dcterms:modified xsi:type="dcterms:W3CDTF">2026-09-30T19:20:46Z</dcterms:modified>
</cp:coreProperties>
</file>