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Єдиний Лікар нам явивсь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№170)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Єдиний Лікар нам явивсь,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дивний наш Цілитель.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в душі зранені пролив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розпʼятий наш Спаситель.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скарб мені Він дав: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спас і оправдав,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Його я прославляв.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мій Бог, Спаситель.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 гріхи мої простив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єдиний мій Спаситель,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двері в дім Отця відкрив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 Божий, Примиритель.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скарб мені Він дав: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спас і оправдав,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Його я прославляв.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мій Бог, Спаситель.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любити прагну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Він – мій Відкупитель.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Нього вічний дар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Цар мій, Покровитель.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скарб мені Він дав: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спас і оправдав,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Його я прославляв.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мій Бог, Спаситель.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Прославмо, друзі, всі Творця,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Він – наш Друг, Учитель.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у відкуплених серцях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постійно хоче жити.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скарб мені Він дав: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спас і оправдав,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Його я прославляв.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мій Бог, Спаситель.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Прославим з радістю Христа: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Його безмірна.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величають всі уста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Господню ласку дивну!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скарб мені Він дав: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спас і оправдав,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Його я прославляв.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мій Бог, Спаситель.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2026-09-30T19:20:57Z</dcterms:created>
  <dcterms:modified xsi:type="dcterms:W3CDTF">2026-09-30T19:20:57Z</dcterms:modified>
</cp:coreProperties>
</file>