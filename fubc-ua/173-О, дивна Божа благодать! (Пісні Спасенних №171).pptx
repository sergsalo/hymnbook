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дивна Божа благодать!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№171)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дивна Божа благодать!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мене спасла!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мертвий був – вона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навік дала.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Вселила в серце Божий страх,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сумніви зняла,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звільнила душу від гріха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повний мир дала.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Був часто в небезпеках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скорботи зустрічав,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вічна Божа благодать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скрізь берегла.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промине земне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буду я в 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за дивну благодать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віддам і там хвалу.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2026-09-30T19:21:07Z</dcterms:created>
  <dcterms:modified xsi:type="dcterms:W3CDTF">2026-09-30T19:21:07Z</dcterms:modified>
</cp:coreProperties>
</file>