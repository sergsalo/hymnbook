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життя провів у марноті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№172)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життя провів у марноті,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Христа Спасителя не 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за мене тяжко Він страждав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на хресті.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мене в гріховній темноті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знайшов і благодать явив.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Вічність нам Христос усім придбав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на хресті.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Гинув я в духовній темноті,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Господь знайшов мене й відкрив,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за гріх мій Агнець вмер святий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на хресті.</a:t>
            </a:r>
            <a:endParaRPr lang="en-US" sz="4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мене в гріховній темноті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знайшов і благодать явив.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Вічність нам Христос усім придбав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на хресті.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Христу співаю в простоті: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мені явив любов Свою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пекла душу спас мою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на хресті.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мене в гріховній темноті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знайшов і благодать явив.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Вічність нам Христос усім придбав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на хресті.</a:t>
            </a:r>
            <a:endParaRPr lang="en-US" sz="5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явилась в повноті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її в Своєму Сині 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мир Христос мені придбав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на хресті.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мене в гріховній темноті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знайшов і благодать явив.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Вічність нам Христос усім придбав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на хресті.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2026-09-30T19:21:20Z</dcterms:created>
  <dcterms:modified xsi:type="dcterms:W3CDTF">2026-09-30T19:21:20Z</dcterms:modified>
</cp:coreProperties>
</file>