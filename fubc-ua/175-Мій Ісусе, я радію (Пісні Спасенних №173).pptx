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я радію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я радію,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почув Ти голос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вічно прославляти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Тебе за подвиг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Відкупителю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гріхи мої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страждання і від муки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мене звільнив.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мій був тяжкий і темний,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журно йти було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до Тебе я звернувся,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Милосердний, на путі.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Відкупителю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гріхи мої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страждання і від муки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мене звільнив.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Тебе я прославляю,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щасливим став навіки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хресний подвиг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Відкупителю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гріхи мої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страждання і від муки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мене звільнив.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2026-09-30T19:21:30Z</dcterms:created>
  <dcterms:modified xsi:type="dcterms:W3CDTF">2026-09-30T19:21:30Z</dcterms:modified>
</cp:coreProperties>
</file>