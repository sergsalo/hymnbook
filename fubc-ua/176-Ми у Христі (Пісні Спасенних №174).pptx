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у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у Христі – вже не під законом,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провини прощені Богом.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за наш гріх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прийняв,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 і назавжди нас оправдав.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провини наші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 заслугах нас оправдав.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Ношу гріховну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зняв з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 і назавжди від смерті спас.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тепер вільні від страху суду,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Богом спасенні,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жити будем!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Вірим в правдиві Божі слова,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кров Христа від смерті спасла.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провини наші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 заслугах нас оправдав.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Ношу гріховну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зняв з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 і назавжди від смерті спас.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Божі діти – Він дав це право.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честь Христові,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вдячність і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перейшли від смерті в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маєм блаженне з Ним майбуття.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провини наші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 заслугах нас оправдав.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Ношу гріховну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зняв з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 і назавжди від смерті спас.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2026-09-30T19:21:40Z</dcterms:created>
  <dcterms:modified xsi:type="dcterms:W3CDTF">2026-09-30T19:21:40Z</dcterms:modified>
</cp:coreProperties>
</file>