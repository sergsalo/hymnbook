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Мене прийдіть, всі краї землі!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№175)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«До Мене прийдіть,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краї землі!»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ще кличе Бог святий.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не блукайте в гріховній 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дар благодаті прийміть мерщій.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життя для всіх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Голгофському хресті.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прийдіть всі до Христа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спасіння повнота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 Нім повнота).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до Спасителя я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Йому відкрив своє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ласку, прощення у Нім знайшов,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змінилось навіки життя моє.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життя для всіх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Голгофському хресті.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прийдіть всі до Христа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спасіння повнота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 Нім повнота).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Своєму Спасителю вірю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правдиво в Нього вчусь.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поєднана з Ним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небо провадить мене Ісус.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життя для всіх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Голгофському хресті.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прийдіть всі до Христа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спасіння повнота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 Нім повнота).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2026-09-30T19:21:50Z</dcterms:created>
  <dcterms:modified xsi:type="dcterms:W3CDTF">2026-09-30T19:21:50Z</dcterms:modified>
</cp:coreProperties>
</file>