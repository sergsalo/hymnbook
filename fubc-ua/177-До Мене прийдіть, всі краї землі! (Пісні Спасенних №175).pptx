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 · rows:2,1,1,1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Мене прийдіть, всі краї землі!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«До Мене прийдіть,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всі краї землі!»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нині ще кличе Бог святий.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Тож не блукайте в гріховній млі,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дар благодаті прийміть мерщій.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Джерело життя для всіх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Голгофському хресті.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Тож прийдіть всі до Христа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Нім спасіння повнота.</a:t>
            </a:r>
            <a:endParaRPr lang="en-US" sz="5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Коли до Спасителя я прийшов,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серце Йому відкрив своє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ласку, прощення у Нім знайшов,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змінилось навіки життя моє.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Джерело життя для всіх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Голгофському хресті.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Тож прийдіть всі до Христа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Нім спасіння повнота.</a:t>
            </a:r>
            <a:endParaRPr lang="en-US" sz="5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Своєму Спасителю вірю я,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жити правдиво в Нього вчусь.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Доля поєднана з Ним моя,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небо провадить мене Ісус.</a:t>
            </a:r>
            <a:endParaRPr lang="en-US" sz="5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Джерело життя для всіх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Голгофському хресті.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Тож прийдіть всі до Христа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Нім спасіння повнота.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2026-09-30T21:37:40Z</dcterms:created>
  <dcterms:modified xsi:type="dcterms:W3CDTF">2026-09-30T21:37:40Z</dcterms:modified>
</cp:coreProperties>
</file>