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rows:2,1,1,1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rows:1,1,2,2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ходив 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№176)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Бога ходив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страждала душа,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же в Ісусі утіха моя;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Йому не змовкає подяка й хвала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радість спасіння і вічне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спасіння в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служити Йому.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 вічний дім з Ісусом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слави вінець я прийму.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у гріховній неволі була,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світі спокою вона не знайшла.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Тепер я радію, бо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вільним вже став,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від серця всього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прославляю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спасіння в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служити Йому.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 вічний дім з Ісусом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слави вінець я прийму.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Живу на землі я, та небо – мета,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вірю я в Слово Ісуса Христа.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ти, друже мій, до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Христа поспіши: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знайдеш спасіння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мир для душі.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Знайшов я спасіння в Ісусі,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бажаю служити Йому.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Іду в вічний дім з Ісусом моїм,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слави вінець я прийму.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2026-09-30T19:22:00Z</dcterms:created>
  <dcterms:modified xsi:type="dcterms:W3CDTF">2026-09-30T19:22:00Z</dcterms:modified>
</cp:coreProperties>
</file>