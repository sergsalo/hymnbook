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простив! Так, Бог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відречення Петра,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себе він осудив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розкаявся в сльозах.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наш Господь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прощає людям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 мою вину,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тепер служу Йому!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прожив у марноті,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 Господа грішив,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своїй мольбі простій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покаявсь – Він простив.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наш Господь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прощає людям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 мою вину,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тепер служу Йому!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Вільний я від пут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Другом став Христос моїм;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радію завжди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прямую в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наш Господь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прощає людям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 мою вину,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тепер служу Йому!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простив! Так, Бог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мене зняв усю вину,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крові Христа омив,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праведність мене вдягнув.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наш Господь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прощає людям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 мою вину,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тепер служу Йому!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2026-09-30T19:22:11Z</dcterms:created>
  <dcterms:modified xsi:type="dcterms:W3CDTF">2026-09-30T19:22:11Z</dcterms:modified>
</cp:coreProperties>
</file>