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Царю вічний наш, Єгово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№16)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Царю вічний наш, Єгово,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шлях в пустині освіти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утомлених, безсилих,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подорожніх нас веди.</a:t>
            </a:r>
            <a:endParaRPr lang="en-US" sz="4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Хліб небесний, хліб небесний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 нам, Боже, душу підкріпляй.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 нам (хліб небесний),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 нам (хліб небесний),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 нам (хліб небесний),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 нам (хліб небесний) –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хліб небесний і ним душу підкріпляй.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Хай струмок води живої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 Скелі ллється нам завжди,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хай горить у пітьмі ночі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світло слів Твоїх святих.</a:t>
            </a:r>
            <a:endParaRPr lang="en-US" sz="4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Хліб небесний, хліб небесний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 нам, Боже, душу підкріпляй.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 нам (хліб небесний),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 нам (хліб небесний),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 нам (хліб небесний),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 нам (хліб небесний) –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хліб небесний і ним душу підкріпляй.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Подолав Христос тьми силу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дорогу нам вказав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святого Ханаану,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завітний вічний край.</a:t>
            </a:r>
            <a:endParaRPr lang="en-US" sz="4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Хліб небесний, хліб небесний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 нам, Боже, душу підкріпляй.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 нам (хліб небесний),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 нам (хліб небесний),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 нам (хліб небесний),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 нам (хліб небесний) –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хліб небесний і ним душу підкріпляй.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 Христа-Царя чекаєм,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скоро знову прийде Він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 небесну вічну славу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візьме вибраних Своїх.</a:t>
            </a:r>
            <a:endParaRPr lang="en-US" sz="4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Хліб небесний, хліб небесний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 нам, Боже, душу підкріпляй.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 нам (хліб небесний),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 нам (хліб небесний),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 нам (хліб небесний),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 нам (хліб небесний) –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хліб небесний і ним душу підкріпляй.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2026-09-25T08:33:15Z</dcterms:created>
  <dcterms:modified xsi:type="dcterms:W3CDTF">2026-09-25T08:33:15Z</dcterms:modified>
</cp:coreProperties>
</file>