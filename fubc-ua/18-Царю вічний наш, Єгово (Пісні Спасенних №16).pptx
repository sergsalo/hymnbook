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Царю вічний наш, Єгово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Царю вічний наш, Єгово,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в пустині освіти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утомлених, безсилих,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подорожніх нас веди.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небесний, хліб небесний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нам, Боже, душу підкріпляй.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нам, дай нам,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нам, дай нам –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небесний і ним душу підкріпляй.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струмок води живої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Скелі ллється нам завжди,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горить у пітьмі ночі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слів Твоїх святих.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небесний, хліб небесний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нам, Боже, душу підкріпляй.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нам, дай нам,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нам, дай нам –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небесний і ним душу підкріпляй.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Подолав Христос тьми силу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дорогу нам вказав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святого Ханаану,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завітний вічний край.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небесний, хліб небесний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нам, Боже, душу підкріпляй.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нам, дай нам,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нам, дай нам –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небесний і ним душу підкріпляй.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Христа-Царя чекаєм,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знову прийде Він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небесну вічну славу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візьме вибраних Своїх.</a:t>
            </a:r>
            <a:endParaRPr lang="en-US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небесний, хліб небесний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нам, Боже, душу підкріпляй.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нам, дай нам,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нам, дай нам –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небесний і ним душу підкріпляй.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2026-09-30T21:37:09Z</dcterms:created>
  <dcterms:modified xsi:type="dcterms:W3CDTF">2026-09-30T21:37:09Z</dcterms:modified>
</cp:coreProperties>
</file>