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||:1-1:||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||:1-1:||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||:1-1:||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Тебе я славлю, Спасе мій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№178)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Тебе я славлю, Спасе мій,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всім серцем і життям,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пісня радості й хвали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наповнює уста!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О, кров Христа мене спасла,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о, кров Христа мене спасла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все нове дала!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Нове все (все нове),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нове все (все нове)!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О, кров Христа мене спасла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все нове дала!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080999" y="77419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117097" y="77419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49177" y="84023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Томилася душа моя,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коли я жив у злі,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тепер же хай звучить хвала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Тобі, о Спасе мій!</a:t>
            </a:r>
            <a:endParaRPr lang="en-US" sz="5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О, кров Христа мене спасла,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о, кров Христа мене спасла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все нове дала!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Нове все (все нове),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нове все (все нове)!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О, кров Христа мене спасла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все нове дала!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080999" y="77419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117097" y="77419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49177" y="84023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Життя тяжке було в гріхах,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тепер спасенний я.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Мене обмила кров Твоя,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який щасливий я!</a:t>
            </a:r>
            <a:endParaRPr lang="en-US" sz="5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О, кров Христа мене спасла,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о, кров Христа мене спасла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все нове дала!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Нове все (все нове),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нове все (все нове)!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О, кров Христа мене спасла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все нове дала!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080999" y="77419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117097" y="77419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49177" y="84023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2026-09-30T19:22:22Z</dcterms:created>
  <dcterms:modified xsi:type="dcterms:W3CDTF">2026-09-30T19:22:22Z</dcterms:modified>
</cp:coreProperties>
</file>