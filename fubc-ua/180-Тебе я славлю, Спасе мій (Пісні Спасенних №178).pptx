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я славлю, Спасе мій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я славлю, Спасе мій,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всім серцем і життям,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пісня радості й хвали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наповнює уста!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Нове все, нове все!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180059" y="117043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18037" y="117043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17097" y="114757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Томилася душа моя,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я жив у злі,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же хай звучить хвала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Тобі, о Спасе мій!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Нове все, нове все!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180059" y="117043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18037" y="117043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17097" y="114757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Життя тяжке було в гріхах,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спасенний я.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 обмила кров Твоя,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який щасливий я!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Нове все, нове все!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О, кров Христа мене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все нове дала!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180059" y="117043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18037" y="117043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17097" y="114757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2026-09-30T21:44:12Z</dcterms:created>
  <dcterms:modified xsi:type="dcterms:W3CDTF">2026-09-30T21:44:12Z</dcterms:modified>
</cp:coreProperties>
</file>