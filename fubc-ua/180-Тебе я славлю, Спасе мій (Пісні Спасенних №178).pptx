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я славлю, Спасе мій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я славлю, Спасе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серцем і життям,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пісня радості й хвали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наповнює уста!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кров Христа мене спасла,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кров Христа мене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 нове дала!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Нове все, нове все!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кров Христа мене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 нове дала!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080999" y="11704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17097" y="11704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9177" y="123647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Томилася душа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жив у злі,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же хай звучить хвала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Тобі, о Спасе мій!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кров Христа мене спасла,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кров Христа мене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 нове дала!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Нове все, нове все!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кров Христа мене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 нове дала!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080999" y="11704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17097" y="11704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9177" y="123647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тяжке було в гріхах,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спасенний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обмила кров Твоя,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щасливий я!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кров Христа мене спасла,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кров Христа мене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 нове дала!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Нове все, нове все!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кров Христа мене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 нове дала!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080999" y="11704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17097" y="11704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9177" y="123647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2026-09-30T21:37:43Z</dcterms:created>
  <dcterms:modified xsi:type="dcterms:W3CDTF">2026-09-30T21:37:43Z</dcterms:modified>
</cp:coreProperties>
</file>