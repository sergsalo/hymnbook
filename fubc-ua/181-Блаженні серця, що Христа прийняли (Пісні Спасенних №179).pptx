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Блаженні серця,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прийняли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Блаженні серця, що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прийняли,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і мир на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Голгофі знайшли.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взяв на Себе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всіх людей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двері відкрив до небесних осель.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дивну, Божественну,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вічную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Далеко, в гріхах, без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я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не мав і спокою не знав.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співаю: «Спасителю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зміцни Ти мене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благодаті Своїй».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дивну, Божественну,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вічную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Блаженні відкуплені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дарував їм щасливе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утер їхні сльози, Своїми назвав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місце у вічних оселях їм дав.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дивну, Божественну,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вічную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Спасе мій любий, дай сили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незмінно Тобі усі 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славити завжди Тебе за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милість Твою і пролитую кров.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дивну, Божественну,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вічную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2026-09-30T19:22:32Z</dcterms:created>
  <dcterms:modified xsi:type="dcterms:W3CDTF">2026-09-30T19:22:32Z</dcterms:modified>
</cp:coreProperties>
</file>