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</p:sldIdLst>
  <p:notesMasterIdLst>
    <p:notesMasterId r:id="rId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notesMaster" Target="notesMasters/notesMaster1.xml"/><Relationship Id="rId8" Type="http://schemas.openxmlformats.org/officeDocument/2006/relationships/presProps" Target="presProps.xml"/><Relationship Id="rId9" Type="http://schemas.openxmlformats.org/officeDocument/2006/relationships/viewProps" Target="viewProps.xml"/><Relationship Id="rId10" Type="http://schemas.openxmlformats.org/officeDocument/2006/relationships/theme" Target="theme/theme1.xml"/><Relationship Id="rId1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 · 1/1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 · 1/1 · ||:3-4:|| · rows:1,1,2,2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 · 1/1 · ||:3-4:|| · rows:1,1,2,2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3 · 1/1 · ||:3-4:|| · rows:2,1,2,2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292608" y="457200"/>
            <a:ext cx="11612880" cy="5943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Ісуса люблю я</a:t>
            </a:r>
            <a:endParaRPr lang="en-US" sz="5200" dirty="0"/>
          </a:p>
          <a:p>
            <a:pPr algn="ctr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(Пісні Спасенних №180)</a:t>
            </a:r>
            <a:endParaRPr lang="en-US" sz="5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292608" y="457200"/>
            <a:ext cx="11612880" cy="5943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6200"/>
              </a:lnSpc>
              <a:buNone/>
            </a:pPr>
            <a:r>
              <a:rPr lang="en-US" sz="5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Ісуса люблю я, бо Він спас мене;</a:t>
            </a:r>
            <a:endParaRPr lang="en-US" sz="5200" dirty="0"/>
          </a:p>
          <a:p>
            <a:pPr algn="ctr" indent="0" marL="0">
              <a:lnSpc>
                <a:spcPts val="6200"/>
              </a:lnSpc>
              <a:buNone/>
            </a:pPr>
            <a:r>
              <a:rPr lang="en-US" sz="5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до Нього молюся, і Він чує все.</a:t>
            </a:r>
            <a:endParaRPr lang="en-US" sz="5200" dirty="0"/>
          </a:p>
          <a:p>
            <a:pPr algn="ctr" indent="0" marL="0">
              <a:lnSpc>
                <a:spcPts val="6200"/>
              </a:lnSpc>
              <a:buNone/>
            </a:pPr>
            <a:r>
              <a:rPr lang="en-US" sz="5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Мій любий Спаситель</a:t>
            </a:r>
            <a:endParaRPr lang="en-US" sz="5200" dirty="0"/>
          </a:p>
          <a:p>
            <a:pPr algn="ctr" indent="0" marL="0">
              <a:lnSpc>
                <a:spcPts val="6200"/>
              </a:lnSpc>
              <a:buNone/>
            </a:pPr>
            <a:r>
              <a:rPr lang="en-US" sz="5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за мене помер,</a:t>
            </a:r>
            <a:endParaRPr lang="en-US" sz="5200" dirty="0"/>
          </a:p>
          <a:p>
            <a:pPr algn="ctr" indent="0" marL="0">
              <a:lnSpc>
                <a:spcPts val="6200"/>
              </a:lnSpc>
              <a:buNone/>
            </a:pPr>
            <a:r>
              <a:rPr lang="en-US" sz="5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для Нього я жити</a:t>
            </a:r>
            <a:endParaRPr lang="en-US" sz="5200" dirty="0"/>
          </a:p>
          <a:p>
            <a:pPr algn="ctr" indent="0" marL="0">
              <a:lnSpc>
                <a:spcPts val="6200"/>
              </a:lnSpc>
              <a:buNone/>
            </a:pPr>
            <a:r>
              <a:rPr lang="en-US" sz="5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бажаю тепер.</a:t>
            </a:r>
            <a:endParaRPr lang="en-US" sz="5200" dirty="0"/>
          </a:p>
        </p:txBody>
      </p:sp>
      <p:sp>
        <p:nvSpPr>
          <p:cNvPr id="3" name="Shape 1"/>
          <p:cNvSpPr/>
          <p:nvPr/>
        </p:nvSpPr>
        <p:spPr>
          <a:xfrm>
            <a:off x="2246274" y="2755392"/>
            <a:ext cx="0" cy="2971800"/>
          </a:xfrm>
          <a:prstGeom prst="line">
            <a:avLst/>
          </a:prstGeom>
          <a:noFill/>
          <a:ln w="25400">
            <a:solidFill>
              <a:srgbClr val="8A8A8A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9951822" y="2755392"/>
            <a:ext cx="0" cy="2971800"/>
          </a:xfrm>
          <a:prstGeom prst="line">
            <a:avLst/>
          </a:prstGeom>
          <a:noFill/>
          <a:ln w="25400">
            <a:solidFill>
              <a:srgbClr val="8A8A8A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0050882" y="3921252"/>
            <a:ext cx="1097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BBBBB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×2</a:t>
            </a:r>
            <a:endParaRPr lang="en-US" sz="36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292608" y="457200"/>
            <a:ext cx="11612880" cy="5943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6200"/>
              </a:lnSpc>
              <a:buNone/>
            </a:pPr>
            <a:r>
              <a:rPr lang="en-US" sz="5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Всім серцем повіки любитиму я</a:t>
            </a:r>
            <a:endParaRPr lang="en-US" sz="5200" dirty="0"/>
          </a:p>
          <a:p>
            <a:pPr algn="ctr" indent="0" marL="0">
              <a:lnSpc>
                <a:spcPts val="6200"/>
              </a:lnSpc>
              <a:buNone/>
            </a:pPr>
            <a:r>
              <a:rPr lang="en-US" sz="5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Того, Хто мені дарував майбуття.</a:t>
            </a:r>
            <a:endParaRPr lang="en-US" sz="5200" dirty="0"/>
          </a:p>
          <a:p>
            <a:pPr algn="ctr" indent="0" marL="0">
              <a:lnSpc>
                <a:spcPts val="6200"/>
              </a:lnSpc>
              <a:buNone/>
            </a:pPr>
            <a:r>
              <a:rPr lang="en-US" sz="5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Він гріх мій великий</a:t>
            </a:r>
            <a:endParaRPr lang="en-US" sz="5200" dirty="0"/>
          </a:p>
          <a:p>
            <a:pPr algn="ctr" indent="0" marL="0">
              <a:lnSpc>
                <a:spcPts val="6200"/>
              </a:lnSpc>
              <a:buNone/>
            </a:pPr>
            <a:r>
              <a:rPr lang="en-US" sz="5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навіки простив</a:t>
            </a:r>
            <a:endParaRPr lang="en-US" sz="5200" dirty="0"/>
          </a:p>
          <a:p>
            <a:pPr algn="ctr" indent="0" marL="0">
              <a:lnSpc>
                <a:spcPts val="6200"/>
              </a:lnSpc>
              <a:buNone/>
            </a:pPr>
            <a:r>
              <a:rPr lang="en-US" sz="5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і двері до раю</a:t>
            </a:r>
            <a:endParaRPr lang="en-US" sz="5200" dirty="0"/>
          </a:p>
          <a:p>
            <a:pPr algn="ctr" indent="0" marL="0">
              <a:lnSpc>
                <a:spcPts val="6200"/>
              </a:lnSpc>
              <a:buNone/>
            </a:pPr>
            <a:r>
              <a:rPr lang="en-US" sz="5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мені відчинив.</a:t>
            </a:r>
            <a:endParaRPr lang="en-US" sz="5200" dirty="0"/>
          </a:p>
        </p:txBody>
      </p:sp>
      <p:sp>
        <p:nvSpPr>
          <p:cNvPr id="3" name="Shape 1"/>
          <p:cNvSpPr/>
          <p:nvPr/>
        </p:nvSpPr>
        <p:spPr>
          <a:xfrm>
            <a:off x="2538171" y="2755392"/>
            <a:ext cx="0" cy="2971800"/>
          </a:xfrm>
          <a:prstGeom prst="line">
            <a:avLst/>
          </a:prstGeom>
          <a:noFill/>
          <a:ln w="25400">
            <a:solidFill>
              <a:srgbClr val="8A8A8A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9659925" y="2755392"/>
            <a:ext cx="0" cy="2971800"/>
          </a:xfrm>
          <a:prstGeom prst="line">
            <a:avLst/>
          </a:prstGeom>
          <a:noFill/>
          <a:ln w="25400">
            <a:solidFill>
              <a:srgbClr val="8A8A8A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9758985" y="3921252"/>
            <a:ext cx="1097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BBBBB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×2</a:t>
            </a:r>
            <a:endParaRPr lang="en-US" sz="36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292608" y="457200"/>
            <a:ext cx="11612880" cy="5943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6200"/>
              </a:lnSpc>
              <a:buNone/>
            </a:pPr>
            <a:r>
              <a:rPr lang="en-US" sz="5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Вже скоро у славі</a:t>
            </a:r>
            <a:endParaRPr lang="en-US" sz="5200" dirty="0"/>
          </a:p>
          <a:p>
            <a:pPr algn="ctr" indent="0" marL="0">
              <a:lnSpc>
                <a:spcPts val="6200"/>
              </a:lnSpc>
              <a:buNone/>
            </a:pPr>
            <a:r>
              <a:rPr lang="en-US" sz="5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побачу Христа –</a:t>
            </a:r>
            <a:endParaRPr lang="en-US" sz="5200" dirty="0"/>
          </a:p>
          <a:p>
            <a:pPr algn="ctr" indent="0" marL="0">
              <a:lnSpc>
                <a:spcPts val="6200"/>
              </a:lnSpc>
              <a:buNone/>
            </a:pPr>
            <a:r>
              <a:rPr lang="en-US" sz="5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і пісня хваління наповнить уста.</a:t>
            </a:r>
            <a:endParaRPr lang="en-US" sz="5200" dirty="0"/>
          </a:p>
          <a:p>
            <a:pPr algn="ctr" indent="0" marL="0">
              <a:lnSpc>
                <a:spcPts val="6200"/>
              </a:lnSpc>
              <a:buNone/>
            </a:pPr>
            <a:r>
              <a:rPr lang="en-US" sz="5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Прославлю в</a:t>
            </a:r>
            <a:endParaRPr lang="en-US" sz="5200" dirty="0"/>
          </a:p>
          <a:p>
            <a:pPr algn="ctr" indent="0" marL="0">
              <a:lnSpc>
                <a:spcPts val="6200"/>
              </a:lnSpc>
              <a:buNone/>
            </a:pPr>
            <a:r>
              <a:rPr lang="en-US" sz="5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небесній країні я знов</a:t>
            </a:r>
            <a:endParaRPr lang="en-US" sz="5200" dirty="0"/>
          </a:p>
          <a:p>
            <a:pPr algn="ctr" indent="0" marL="0">
              <a:lnSpc>
                <a:spcPts val="6200"/>
              </a:lnSpc>
              <a:buNone/>
            </a:pPr>
            <a:r>
              <a:rPr lang="en-US" sz="5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Його за блаженство,</a:t>
            </a:r>
            <a:endParaRPr lang="en-US" sz="5200" dirty="0"/>
          </a:p>
          <a:p>
            <a:pPr algn="ctr" indent="0" marL="0">
              <a:lnSpc>
                <a:spcPts val="6200"/>
              </a:lnSpc>
              <a:buNone/>
            </a:pPr>
            <a:r>
              <a:rPr lang="en-US" sz="5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за дивну любов.</a:t>
            </a:r>
            <a:endParaRPr lang="en-US" sz="5200" dirty="0"/>
          </a:p>
        </p:txBody>
      </p:sp>
      <p:sp>
        <p:nvSpPr>
          <p:cNvPr id="3" name="Shape 1"/>
          <p:cNvSpPr/>
          <p:nvPr/>
        </p:nvSpPr>
        <p:spPr>
          <a:xfrm>
            <a:off x="2248586" y="3151632"/>
            <a:ext cx="0" cy="2971800"/>
          </a:xfrm>
          <a:prstGeom prst="line">
            <a:avLst/>
          </a:prstGeom>
          <a:noFill/>
          <a:ln w="25400">
            <a:solidFill>
              <a:srgbClr val="8A8A8A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9949510" y="3151632"/>
            <a:ext cx="0" cy="2971800"/>
          </a:xfrm>
          <a:prstGeom prst="line">
            <a:avLst/>
          </a:prstGeom>
          <a:noFill/>
          <a:ln w="25400">
            <a:solidFill>
              <a:srgbClr val="8A8A8A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0048570" y="4317492"/>
            <a:ext cx="1097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BBBBB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×2</a:t>
            </a:r>
            <a:endParaRPr lang="en-US" sz="3600" dirty="0"/>
          </a:p>
        </p:txBody>
      </p:sp>
      <p:sp>
        <p:nvSpPr>
          <p:cNvPr id="6" name="Text 4"/>
          <p:cNvSpPr txBox="1"/>
          <p:nvPr/>
        </p:nvSpPr>
        <p:spPr>
          <a:xfrm>
            <a:off x="4270248" y="6263640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***</a:t>
            </a:r>
            <a:endParaRPr lang="en-US" sz="2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5</Slides>
  <Notes>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</vt:i4>
      </vt:variant>
    </vt:vector>
  </HeadingPairs>
  <TitlesOfParts>
    <vt:vector size="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2026-09-30T21:44:15Z</dcterms:created>
  <dcterms:modified xsi:type="dcterms:W3CDTF">2026-09-30T21:44:15Z</dcterms:modified>
</cp:coreProperties>
</file>