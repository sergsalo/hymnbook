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люблю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люблю я, бо Він спас мене;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молюся, і Він чує все.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любий Спаситель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помер,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Нього я жити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тепер.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47214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0882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2962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повіки любитиму 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Того, Хто мені дарував майбуття.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гріх мій великий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простив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двері до раю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відчинив.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439111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8985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91065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у славі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побачу Христа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пісня хваління наповнить уста.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Прославлю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небесній країні я знов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за блаженство,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дивну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4952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4857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0650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2026-09-30T19:22:44Z</dcterms:created>
  <dcterms:modified xsi:type="dcterms:W3CDTF">2026-09-30T19:22:44Z</dcterms:modified>
</cp:coreProperties>
</file>