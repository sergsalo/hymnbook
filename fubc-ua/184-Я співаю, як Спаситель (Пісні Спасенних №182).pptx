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співаю, як Спаситель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(Пісні Спасенних №182)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співаю, як Спаситель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світ цей грішний полюбив,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страждав мій Відкупитель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мене навік простив.</a:t>
            </a:r>
            <a:endParaRPr lang="en-US" sz="5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ллється про Ісуса!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мої гріхи простив,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 пролив Свою святую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смерті відкупив (Він відкупив).</a:t>
            </a:r>
            <a:endParaRPr lang="en-US" sz="5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Мусив тяжко Він страждати,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щоб мене від мук спасти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блаженство в небі дати,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спокій вічний привести.</a:t>
            </a:r>
            <a:endParaRPr lang="en-US" sz="5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ллється про Ісуса!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мої гріхи простив,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 пролив Свою святую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смерті відкупив (Він відкупив).</a:t>
            </a:r>
            <a:endParaRPr lang="en-US" sz="5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 співаю, що Спаситель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жде мене у небесах.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 Ним я вічно буду жити,</a:t>
            </a:r>
            <a:endParaRPr lang="en-US" sz="5200" dirty="0"/>
          </a:p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як пройду життєвий шлях.</a:t>
            </a:r>
            <a:endParaRPr lang="en-US" sz="5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2608" y="457200"/>
            <a:ext cx="1161288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Пісня ллється про Ісуса!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Він мої гріхи простив,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кров пролив Свою святую</a:t>
            </a:r>
            <a:endParaRPr lang="en-US" sz="5000" dirty="0"/>
          </a:p>
          <a:p>
            <a:pPr algn="ctr" indent="0" marL="0">
              <a:buNone/>
            </a:pPr>
            <a:r>
              <a:rPr lang="en-US" sz="5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і від смерті відкупив (Він відкупив).</a:t>
            </a:r>
            <a:endParaRPr lang="en-US" sz="5000" dirty="0"/>
          </a:p>
        </p:txBody>
      </p:sp>
      <p:sp>
        <p:nvSpPr>
          <p:cNvPr id="3" name="Text 1"/>
          <p:cNvSpPr txBox="1"/>
          <p:nvPr/>
        </p:nvSpPr>
        <p:spPr>
          <a:xfrm>
            <a:off x="4270248" y="6263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2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2026-09-30T19:23:06Z</dcterms:created>
  <dcterms:modified xsi:type="dcterms:W3CDTF">2026-09-30T19:23:06Z</dcterms:modified>
</cp:coreProperties>
</file>