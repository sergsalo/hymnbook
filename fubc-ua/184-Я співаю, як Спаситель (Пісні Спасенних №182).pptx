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співаю, як Спаситель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співаю, як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світ цей грішний полюбив,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страждав мій Відкупитель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мене навік простив.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Пісня ллється про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мої гріхи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пролив Свою святую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смерті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Мусив тяжко Він страждати,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мене від мук спасти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блаженство в небі дати,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спокій вічний привести.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Пісня ллється про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мої гріхи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пролив Свою святую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смерті відкупив.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співаю, що Спаситель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жде мене у небесах.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 Ним я вічно буду жити,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пройду життєвий шлях.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Пісня ллється про Ісуса!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мої гріхи простив,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пролив Свою святую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від смерті відкупив.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2026-09-30T21:37:45Z</dcterms:created>
  <dcterms:modified xsi:type="dcterms:W3CDTF">2026-09-30T21:37:45Z</dcterms:modified>
</cp:coreProperties>
</file>