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Глибша всіх морів та океанів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№183)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Глибша всіх морів та океанів,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вічна, неосяжна і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вища від усіх світил небесних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благодатная любов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простив гріхи мої,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одежу славну дав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Святого Духа Він послав,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Своїм дитям мене назвав.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 в світі я блукав без світла,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марноті провів життя своє.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Гинув я, поранений, нещасний,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Ісус знайшов і спас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простив гріхи мої,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одежу славну дав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Святого Духа Він послав,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Своїм дитям мене назвав.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я знайшов в Христі Ісусі,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дорога, правда і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Серцем гріх уже не володіє,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– оселя Господа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простив гріхи мої,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одежу славну дав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Святого Духа Він послав,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Своїм дитям мене назвав.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2026-09-30T19:23:16Z</dcterms:created>
  <dcterms:modified xsi:type="dcterms:W3CDTF">2026-09-30T19:23:16Z</dcterms:modified>
</cp:coreProperties>
</file>