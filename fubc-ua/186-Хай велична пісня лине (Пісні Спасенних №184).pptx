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велична пісня лине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№184)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велична пісня лине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Ісусову любов: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неба Він покинув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цей грішний світ прийшов.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Ісусу пісня лине: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мій борг Він заплатив,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душі спасіння вічне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веде у край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співаю про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Він свято в світі жив,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Отцю Він був послушний,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жертвенно служив.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Ісусу пісня лине: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мій борг Він заплатив,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душі спасіння вічне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веде у край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Сповіщати людям хочу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Спасителя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Він смертю на Голгофі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вхід відкрив у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Ісусу пісня лине: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мій борг Він заплатив,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душі спасіння вічне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веде у край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2026-09-30T19:23:27Z</dcterms:created>
  <dcterms:modified xsi:type="dcterms:W3CDTF">2026-09-30T19:23:27Z</dcterms:modified>
</cp:coreProperties>
</file>