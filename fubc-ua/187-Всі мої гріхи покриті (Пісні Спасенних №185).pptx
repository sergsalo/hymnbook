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мої гріхи покриті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№185)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мої гріхи покриті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вільний і спасенний 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мене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дарував нове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всіх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за мене мій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вірю Богу,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вчусь творити лиш добро.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Духа дав Господь Святого,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я правду ніс в народ.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всіх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за мене мій Христос.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звільнив з гріха кайданів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вільний я навік в Христі.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 могутність Божу славну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сповіщатиму усім.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всіх Господь.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Алілуя! Алілуя!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Вмер за мене мій Христос.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2026-09-30T19:23:38Z</dcterms:created>
  <dcterms:modified xsi:type="dcterms:W3CDTF">2026-09-30T19:23:38Z</dcterms:modified>
</cp:coreProperties>
</file>