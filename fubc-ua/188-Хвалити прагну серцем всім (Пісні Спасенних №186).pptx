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Хвалити прагну серцем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Хвалити прагну серцем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найкращі дні свої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віддати хочу 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за мене постраждав,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хресну смерть пішов,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гріхи на Себе взяв,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звільнив з тяжких оков.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Подяку, честь, хвалу Христу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складати буду 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кров пролив Свою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дав мені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ти Христу, о друже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 цілком віддай.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вірний, добрий Пастир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хвалу співай.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Життям святим зразок подай,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грішники прийшли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ніг Спасителя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спасіння в Нім знайшли.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цей час в покорі всі впадім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ніг святих Творця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наповнить Духом Він Святим,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утішить всі серця.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2026-09-30T19:23:51Z</dcterms:created>
  <dcterms:modified xsi:type="dcterms:W3CDTF">2026-09-30T19:23:51Z</dcterms:modified>
</cp:coreProperties>
</file>