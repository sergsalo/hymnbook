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Там, де Христос постраждав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№187)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Там, де Христос постраждав за всіх,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там, де злочинцю простив Він гріх,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я позбувся гріхів своїх.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хвала Христу!</a:t>
            </a:r>
            <a:endParaRPr lang="en-US" sz="4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хвала Христу!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хвала Христу!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я позбувся гріхів своїх.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хвала Христу!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Душу мою кровʼю Він обмив,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Словом Своїм дух мій відродив,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Духа Святого на мене злив.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хвала Христу!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хвала Христу!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хвала Христу!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Духа Святого на мене злив.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хвала Христу!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Друзі, сьогодні спасіння час,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не відкиньте любов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Нього йдіть – Він спасе і вас.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хвала Христу!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хвала Христу!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хвала Христу!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Нього йдіть – Він спасе і вас.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хвала Христу!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2026-09-30T19:24:03Z</dcterms:created>
  <dcterms:modified xsi:type="dcterms:W3CDTF">2026-09-30T19:24:03Z</dcterms:modified>
</cp:coreProperties>
</file>