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Вістку скажи про Ісуса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№17)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Вістку скажи про Ісуса: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кращої в світі нема.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Нею я завжди кріплюся,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спокій дарує вона.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Ангельська пісня хай лине,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пісня про дивне Різдво: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"Богу на небі хваління,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мир на землі і любов".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Вістку скажи про Ісуса: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кращої в світі нема.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Нею я завжди кріплюся,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спокій дарує вона.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Він в пустині постився,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серед спокус не знеміг,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ворогу не поступився,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Словом його переміг.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розкажи, як щоденно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всім помагав у біді;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людям служив Він смиренно,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бідності жив і в труді.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Вістку скажи про Ісуса: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кращої в світі нема.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Нею я завжди кріплюся,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спокій дарує вона.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на хресті розпинали,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Він у муках вмирав,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в домовину поклали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як із мертвих Він встав.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лине вість про спасіння,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Бог людей полюбив.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Слава Христу і хваління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і мене відкупив!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Вістку скажи про Ісуса: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кращої в світі нема.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Нею я завжди кріплюся,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спокій дарує вона.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2026-09-25T08:34:53Z</dcterms:created>
  <dcterms:modified xsi:type="dcterms:W3CDTF">2026-09-25T08:34:53Z</dcterms:modified>
</cp:coreProperties>
</file>