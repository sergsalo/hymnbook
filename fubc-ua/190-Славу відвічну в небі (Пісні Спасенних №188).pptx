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відвічну в небі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відвічну в небі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 Божий залишив,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і за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кров пролив.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всіх людей Христос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полюбив нас і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 віддав!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омив, гріхи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нам стражданнями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відкрив.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Вільні ми і щасливі: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нас навіки спас,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двері у рай відкриті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для нас.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всіх людей Христос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полюбив нас і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 віддав!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омив, гріхи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нам стражданнями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відкрив.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ідучи за Спасом,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ввійдемо в небо 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заспіваєм разом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псалми хвали.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всіх людей Христос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полюбив нас і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 віддав!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омив, гріхи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нам стражданнями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відкрив.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ще день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йди до Христа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тобі прощення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всіх людей Христос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полюбив нас і Себе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 віддав!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омив, гріхи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нам стражданнями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відкрив.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2026-09-30T19:24:15Z</dcterms:created>
  <dcterms:modified xsi:type="dcterms:W3CDTF">2026-09-30T19:24:15Z</dcterms:modified>
</cp:coreProperties>
</file>