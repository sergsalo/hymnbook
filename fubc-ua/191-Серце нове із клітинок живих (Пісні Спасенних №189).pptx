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із клітинок живих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із клітинок живих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у мені милосердний створив.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зупинив на дорогах земних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нового життя відродив.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(серце нове)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мені (дав мені),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 (радість спасіння)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вічне життя дарував (дарував).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Думка нова і нове почуття,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чисте бажання нового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нова і чудовий псалом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дані мені милосердним Христом.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(серце нове)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мені (дав мені),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 (радість спасіння)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вічне життя дарував (дарував).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шумних домівках і тихих полях,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мороці ночі і в сонячних днях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все нове для нової душі: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 Господь наді мною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(серце нове)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мені (дав мені),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 (радість спасіння)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вічне життя дарував (дарував).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лишилося тіло старим,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вже недовго ходити у 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Тіло нове подарує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назавжди лишу тлінну плоть.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(серце нове)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мені (дав мені),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 (радість спасіння)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вічне життя дарував (дарував).</a:t>
            </a:r>
            <a:endParaRPr lang="en-US" sz="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Вістка нова звеселяє мій дух: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у бажану вічність ввійду.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у небі в оселях святих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приготовив для вірних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нове (серце нове)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дав мені (дав мені),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спасіння (радість спасіння)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вічне життя дарував (дарував).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2026-09-30T19:24:26Z</dcterms:created>
  <dcterms:modified xsi:type="dcterms:W3CDTF">2026-09-30T19:24:26Z</dcterms:modified>
</cp:coreProperties>
</file>