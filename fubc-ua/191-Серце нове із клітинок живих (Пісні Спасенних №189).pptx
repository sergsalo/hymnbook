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Серце нове із клітинок живих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Серце нове із клітинок живих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Бог у мені милосердний створив.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зупинив на дорогах земних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до нового життя відродив.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Серце нове Бог дав мені,</a:t>
            </a:r>
            <a:endParaRPr lang="en-US" sz="4500" dirty="0"/>
          </a:p>
          <a:p>
            <a:pPr algn="ctr" indent="0" marL="0">
              <a:buNone/>
            </a:pPr>
            <a:r>
              <a:rPr lang="en-US" sz="4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радість спасіння і вічне життя дарував.</a:t>
            </a:r>
            <a:endParaRPr lang="en-US" sz="4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Думка нова і нове почуття,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чисте бажання нового життя,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радість нова і чудовий псалом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дані мені милосердним Христом.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Серце нове Бог дав мені,</a:t>
            </a:r>
            <a:endParaRPr lang="en-US" sz="4500" dirty="0"/>
          </a:p>
          <a:p>
            <a:pPr algn="ctr" indent="0" marL="0">
              <a:buNone/>
            </a:pPr>
            <a:r>
              <a:rPr lang="en-US" sz="4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радість спасіння і вічне життя дарував.</a:t>
            </a:r>
            <a:endParaRPr lang="en-US" sz="4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шумних домівках і тихих полях,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мороці ночі і в сонячних днях –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скрізь все нове для нової душі: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чудо Господь наді мною звершив.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Серце нове Бог дав мені,</a:t>
            </a:r>
            <a:endParaRPr lang="en-US" sz="4500" dirty="0"/>
          </a:p>
          <a:p>
            <a:pPr algn="ctr" indent="0" marL="0">
              <a:buNone/>
            </a:pPr>
            <a:r>
              <a:rPr lang="en-US" sz="4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радість спасіння і вічне життя дарував.</a:t>
            </a:r>
            <a:endParaRPr lang="en-US" sz="4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Тільки лишилося тіло старим,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 вже недовго ходити у нім.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Тіло нове подарує Господь,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я назавжди лишу тлінну плоть.</a:t>
            </a:r>
            <a:endParaRPr lang="en-US" sz="5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Серце нове Бог дав мені,</a:t>
            </a:r>
            <a:endParaRPr lang="en-US" sz="4500" dirty="0"/>
          </a:p>
          <a:p>
            <a:pPr algn="ctr" indent="0" marL="0">
              <a:buNone/>
            </a:pPr>
            <a:r>
              <a:rPr lang="en-US" sz="4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радість спасіння і вічне життя дарував.</a:t>
            </a:r>
            <a:endParaRPr lang="en-US" sz="4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Вістка нова звеселяє мій дух: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скоро у бажану вічність ввійду.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Місце у небі в оселях святих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Бог приготовив для вірних Своїх.</a:t>
            </a:r>
            <a:endParaRPr lang="en-US" sz="5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Серце нове Бог дав мені,</a:t>
            </a:r>
            <a:endParaRPr lang="en-US" sz="4500" dirty="0"/>
          </a:p>
          <a:p>
            <a:pPr algn="ctr" indent="0" marL="0">
              <a:buNone/>
            </a:pPr>
            <a:r>
              <a:rPr lang="en-US" sz="45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радість спасіння і вічне життя дарував.</a:t>
            </a:r>
            <a:endParaRPr lang="en-US" sz="45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2026-09-30T21:37:48Z</dcterms:created>
  <dcterms:modified xsi:type="dcterms:W3CDTF">2026-09-30T21:37:48Z</dcterms:modified>
</cp:coreProperties>
</file>