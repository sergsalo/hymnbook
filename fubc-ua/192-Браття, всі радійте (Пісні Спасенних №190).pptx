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всі радійте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№190)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всі радійте: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славний день настав!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Сестри, веселіться: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нам радість дав!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були далекі,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тепер – свої,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кров Ісуса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Божій ми сімʼї.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співаймо: «Алілуя!»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нас спас і оправдав.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імена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книгу вічну записав.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нам не потрібно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Сінай-гори,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вже не лякають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блискавки й громи.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благодаті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радує серця: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спаслись від гніву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кров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співаймо: «Алілуя!»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нас спас і оправдав.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імена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книгу вічну записав.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Вірою й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тепер живем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обмиті кровʼю,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 ідем.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Радісна надія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веселить серця: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будем вічно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славити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співаймо: «Алілуя!»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нас спас і оправдав.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Наші імена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книгу вічну записав.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2026-09-30T19:24:38Z</dcterms:created>
  <dcterms:modified xsi:type="dcterms:W3CDTF">2026-09-30T19:24:38Z</dcterms:modified>
</cp:coreProperties>
</file>