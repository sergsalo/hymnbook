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радість, що від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радість, що від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наше веселить,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ясний промінь віри в Нього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нас ніщо вже не затьмить.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хай завжди в нас сяє,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буде смутку в нас!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у Христі ми маєм: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всіх від смерті спас!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Христос веде за руку,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підкріпляє в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зберігає від розпуки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потішає у журбі.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хай завжди в нас сяє,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буде смутку в нас!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у Христі ми маєм: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всіх від смерті спас!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по слідах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йти шляхом вузьким,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Він збереже в спокусах,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навіки будем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хай завжди в нас сяє,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буде смутку в нас!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у Христі ми маєм: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всіх від смерті спас!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2026-09-30T19:24:52Z</dcterms:created>
  <dcterms:modified xsi:type="dcterms:W3CDTF">2026-09-30T19:24:52Z</dcterms:modified>
</cp:coreProperties>
</file>