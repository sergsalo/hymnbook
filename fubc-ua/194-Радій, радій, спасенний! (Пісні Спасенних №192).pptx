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завжди буде втіхою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Спаситель, що смиренно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всі гріхи твої вмер на хресті.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 про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твій Христос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спас тебе!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небесах дім вічний жде тебе.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Минуться дні буремні,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Спаситель твій тебе туди введе.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 про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твій Христос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спас тебе!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Безпечний ти під захистом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сили всі пекельні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порушать спокою твого.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 про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твій Христос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спас тебе!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зібрання йди, де вибрані святі,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Господом натхненний,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 для Нього радісні пісні.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Радій, радій,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співай, співай про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твій Христос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навіки спас тебе!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2026-09-30T19:28:53Z</dcterms:created>
  <dcterms:modified xsi:type="dcterms:W3CDTF">2026-09-30T19:28:53Z</dcterms:modified>
</cp:coreProperties>
</file>