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співайте і славте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співайте і славте,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очищені кровʼю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 пісню нову заспівайте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Тому, Хто нас спас від гріха.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радійте,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і славте Христа (Христа)!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радійте,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і славте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Прославим Того, Хто із неба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заради нас грішних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спасіння для себе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щастя навіки знайшов.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радійте,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і славте Христа (Христа)!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радійте,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і славте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силу нам дасть й перемогу,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гріхом в боротьбі підкріпить,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праці дарує підмогу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Духом Святим нас зміцнить.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радійте,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і славте Христа (Христа)!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радійте,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і славте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радісним серцем, з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віддайте подяку Христу: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придбав Він Своєю нас кровʼю.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слава навіки Йому!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радійте,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і славте Христа (Христа)!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Радійте, радійте,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і славте Христа!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2026-09-30T19:29:04Z</dcterms:created>
  <dcterms:modified xsi:type="dcterms:W3CDTF">2026-09-30T19:29:04Z</dcterms:modified>
</cp:coreProperties>
</file>