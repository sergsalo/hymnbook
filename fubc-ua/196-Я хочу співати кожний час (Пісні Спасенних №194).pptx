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співати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співати кожний час: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журби в душі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мене від смерті спас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душе, постійно співай!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 співати і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прийде сум, відчай,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 щиро, від душі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зникне серця печаль.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душе, постійно співай!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же завжди звучать пісні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Божу благодать;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я, щоб люди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пізнали милість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співай!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душе, постійно співай!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2026-09-30T19:29:18Z</dcterms:created>
  <dcterms:modified xsi:type="dcterms:W3CDTF">2026-09-30T19:29:18Z</dcterms:modified>
</cp:coreProperties>
</file>