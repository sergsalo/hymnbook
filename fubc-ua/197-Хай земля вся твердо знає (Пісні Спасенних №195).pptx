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земля вся твердо знає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№195)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земля вся твердо знає,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спасенний я Христом!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Дух мій Бога величає,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прямую на Сіон.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Радість в серці незрівнянна,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лине вдячності псалом.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звучить завжди осанна,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спасенний я Христом!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728851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69245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68305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 би ангел сам зʼявився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сказав: «Не з Богом ти»,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 тоді б не засмутився,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сміло йшов би до мети.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Радість в серці незрівнянна,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лине вдячності псалом.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звучить завжди осанна,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спасенний я Христом!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728851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69245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68305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Вірю я у Бога свято,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дух мій непохитний в Нім,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Ним усі життєві втрати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вже для мене не страшні.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Радість в серці незрівнянна,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лине вдячності псалом.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звучить завжди осанна,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спасенний я Христом!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728851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69245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68305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Милість Бог мені дарує: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радісно молюсь Йому.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моїм життям керує,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Ним я в небо увійду.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Радість в серці незрівнянна,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лине вдячності псалом.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звучить завжди осанна,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спасенний я Христом!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728851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69245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68305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же сумнів не тривожить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душу радісну мою.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Богом все я переможу,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шлях у вірі я пройду.</a:t>
            </a:r>
            <a:endParaRPr lang="en-US" sz="5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Радість в серці незрівнянна,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лине вдячності псалом.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звучить завжди осанна,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спасенний я Христом!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728851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69245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68305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2026-09-30T21:44:18Z</dcterms:created>
  <dcterms:modified xsi:type="dcterms:W3CDTF">2026-09-30T21:44:18Z</dcterms:modified>
</cp:coreProperties>
</file>