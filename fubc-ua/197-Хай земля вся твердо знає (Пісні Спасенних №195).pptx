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земля вся твердо знає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земля вся твердо знає,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спасенний я Христом!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мій Бога величає,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прямую на Сіон.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серці незрівнянна,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вдячності псалом.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завжди осанна,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спасенний я Христом!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2979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830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0385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би ангел сам зʼявився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сказав: «Не з Богом ти»,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 тоді б не засмутився,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йшов би до мети.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серці незрівнянна,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вдячності псалом.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завжди осанна,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спасенний я Христом!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2979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830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0385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у Бога свято,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мій непохитний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усі життєві втрати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для мене не страшні.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серці незрівнянна,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вдячності псалом.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завжди осанна,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спасенний я Христом!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2979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830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0385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Бог мені дарує: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молюсь Йому.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моїм життям керує,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я в небо увійду.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серці незрівнянна,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вдячності псалом.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завжди осанна,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спасенний я Христом!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2979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830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0385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же сумнів не тривожить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радісну мою.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все я переможу,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у вірі я пройду.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серці незрівнянна,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вдячності псалом.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завжди осанна,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спасенний я Христом!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2979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830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00385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2026-09-30T19:29:30Z</dcterms:created>
  <dcterms:modified xsi:type="dcterms:W3CDTF">2026-09-30T19:29:30Z</dcterms:modified>
</cp:coreProperties>
</file>