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 живий!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 живий!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сліз нема причин,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шлях долаю свій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 небесний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поруч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радості й біди,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оберігає від падінь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приємно з Ним іти.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мороці ночей,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серед ворогів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Христа не зводжу я очей,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благаю, щоб поміг.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шляху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труднощів втомлюсь,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на лагідних руках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нестиме мій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щасливий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душі дзвенять пісні,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доля зʼєднана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 я у 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2026-09-30T19:29:40Z</dcterms:created>
  <dcterms:modified xsi:type="dcterms:W3CDTF">2026-09-30T19:29:40Z</dcterms:modified>
</cp:coreProperties>
</file>