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 · rows:1,1,2,2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 · rows:1,2,2,2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 · rows:1,2,2,2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 · rows:1,2,2,2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||:3-4:|| · rows:1,1,2,2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 · ||:3-4:|| · rows:1,2,2,2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· 1/1 · ||:3-4:|| · rows:1,1,2,2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Радійте щиро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№197)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Радійте щиро, друзі всі Христові,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Сам Ісус Своїми нас назвав.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воскрес,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смертнії окови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Своєю смертю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навік порвав.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006065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92031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91091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Звання високе і святе надбання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по милості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Своїй нам дав.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Своєю кровʼю 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Своїм стражданням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вічне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Він дарував.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601900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96196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95256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маєм Ким хвалитися усюди: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одним Христом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нічим, нічим своїм.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з Ним живе, той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мати буде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тут, на землі, 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потім – в небі з Ним.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502510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5586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94646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Яку велику радість в тому маєм,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добрий Пастир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– Ісус Христос.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Своїх руках Він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всіх нас зберігає,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з них не зможе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викрасти ніхто.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987243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10853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09913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вірим: не впаде без волі Бога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жодна волосина з голови.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Нього вчасно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прийде допомога: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бачить наші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труднощі згори.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885542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12554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411614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Бог за нас, то хто нас залякає?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перемогу дасть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борні з гріхом.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Отець нам дати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Царство обіцяє,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будем вічно з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люблячим Христом.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530577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67519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66579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небі хмари свідків нас чекають,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вони втішаються уже з Христом.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нас Він славою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увінчає,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пройдем до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кінця Його шляхом.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655062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43034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42094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2026-09-30T21:44:21Z</dcterms:created>
  <dcterms:modified xsi:type="dcterms:W3CDTF">2026-09-30T21:44:21Z</dcterms:modified>
</cp:coreProperties>
</file>