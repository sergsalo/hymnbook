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справді цінний Богу я?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(My Worth Is Not In What I Own)</a:t>
            </a:r>
            <a:endParaRPr lang="en-US" sz="4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справді цінний Богу я?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– багатство чи краса.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пролив любов святу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на хресті!</a:t>
            </a:r>
            <a:endParaRPr lang="en-US" sz="4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маю слави у собі,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перемозі чи в біді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за мене заплатив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на хресті!</a:t>
            </a:r>
            <a:endParaRPr lang="en-US" sz="4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в Христі!</a:t>
            </a:r>
            <a:endParaRPr lang="en-US" sz="4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в’янемо, немов трава,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минають юність і краса.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каже вічності слова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Із хреста</a:t>
            </a:r>
            <a:endParaRPr lang="en-US" sz="4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Багатство й влада проминуть –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них шукає людство суть.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знати лиш Христа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на хресті</a:t>
            </a:r>
            <a:endParaRPr lang="en-US" sz="4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в Христі!</a:t>
            </a:r>
            <a:endParaRPr lang="en-US" sz="4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всім розповісти: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прийшов мене спасти.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цінність дав душі моїй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на хресті</a:t>
            </a:r>
            <a:endParaRPr lang="en-US" sz="4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в Христі!</a:t>
            </a:r>
            <a:endParaRPr lang="en-US" sz="4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в Христі!</a:t>
            </a:r>
            <a:endParaRPr lang="en-US" sz="4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в Христі!</a:t>
            </a:r>
            <a:endParaRPr lang="en-US" sz="4700" dirty="0"/>
          </a:p>
          <a:p>
            <a:pPr algn="ctr" indent="0" marL="0">
              <a:buNone/>
            </a:pP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2026-09-20T00:05:00Z</dcterms:created>
  <dcterms:modified xsi:type="dcterms:W3CDTF">2026-09-20T00:05:00Z</dcterms:modified>
</cp:coreProperties>
</file>