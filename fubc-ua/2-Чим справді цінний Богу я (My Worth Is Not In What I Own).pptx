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(My Worth Is Not In What I Own)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перемозі чи в біді.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минають юність і краса.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хреста.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5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5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5200" dirty="0"/>
          </a:p>
          <a:p>
            <a:pPr algn="ctr" indent="0" marL="0">
              <a:buNone/>
            </a:pP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2026-09-22T05:28:44Z</dcterms:created>
  <dcterms:modified xsi:type="dcterms:W3CDTF">2026-09-22T05:28:44Z</dcterms:modified>
</cp:coreProperties>
</file>