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 (My Worth Is Not In What I Own)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Ніщо – багатство чи краса.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пролив любов святу на хресті!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маю слави у собі, y перемозі чи в біді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за мене заплатив на хресті!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в’янемо, немов трава, минають юність і краса.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каже вічності слова Із хреста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Багатство й влада проминуть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них шукає людство суть.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знати лиш Христа на хресті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всім розповісти: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прийшов мене спасти.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цінність дав душі моїй на хресті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2026-09-19T20:19:31Z</dcterms:created>
  <dcterms:modified xsi:type="dcterms:W3CDTF">2026-09-19T20:19:31Z</dcterms:modified>
</cp:coreProperties>
</file>