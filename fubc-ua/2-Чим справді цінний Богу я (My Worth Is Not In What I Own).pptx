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(My Worth Is Not In What I Own)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перемозі чи в біді.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минають юність і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хреста.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2026-09-20T07:27:37Z</dcterms:created>
  <dcterms:modified xsi:type="dcterms:W3CDTF">2026-09-20T07:27:37Z</dcterms:modified>
</cp:coreProperties>
</file>