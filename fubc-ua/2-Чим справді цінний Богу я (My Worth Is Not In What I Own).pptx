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Чим справді цінний Богу я?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(My Worth Is Not In What I Own)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Чим справді цінний Богу я?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Ніщо – багатство чи краса.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Христос пролив любов святу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хресті.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маю слави у собі,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перемозі чи в біді.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Ісус за мене заплатив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хресті.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радію, бо Спаситель -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Джерело і Скарб душі моїй.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Йому лиш довіряю –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Спокій душа знайде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лише в Христі.</a:t>
            </a:r>
            <a:endParaRPr lang="en-US" sz="4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 в’янемо, немов трава,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минають юність і краса.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Бог каже вічності слова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Із хреста.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Багатство й влада проминуть –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них шукає людство суть.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хочу знати лиш Христа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хресті.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радію, бо Спаситель -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Джерело і Скарб душі моїй.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Йому лиш довіряю –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Спокій душа знайде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лише в Христі.</a:t>
            </a:r>
            <a:endParaRPr lang="en-US" sz="4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хочу всім розповісти: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Ісус прийшов мене спасти.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цінність дав душі моїй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хресті.</a:t>
            </a:r>
            <a:endParaRPr lang="en-US" sz="4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радію, бо Спаситель -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Джерело і Скарб душі моїй.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Йому лиш довіряю –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Спокій душа знайде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лише в Христі.</a:t>
            </a:r>
            <a:endParaRPr lang="en-US" sz="4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радію, бо Спаситель -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Джерело і Скарб душі моїй.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Йому лиш довіряю –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Спокій душа знайде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лише в Христі.</a:t>
            </a:r>
            <a:endParaRPr lang="en-US" sz="4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Спокій душа знайде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лише в Христі.</a:t>
            </a:r>
            <a:endParaRPr lang="en-US" sz="4800" dirty="0"/>
          </a:p>
          <a:p>
            <a:pPr algn="ctr" indent="0" marL="0">
              <a:buNone/>
            </a:pP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4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2026-09-21T05:35:33Z</dcterms:created>
  <dcterms:modified xsi:type="dcterms:W3CDTF">2026-09-21T05:35:33Z</dcterms:modified>
</cp:coreProperties>
</file>