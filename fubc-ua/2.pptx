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 на хресті!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 y перемозі чи в біді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 на хресті!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 минають юність і краса.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 Із хреста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 на хресті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 на хресті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 лише в Христі!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2026-09-18T16:44:42Z</dcterms:created>
  <dcterms:modified xsi:type="dcterms:W3CDTF">2026-09-18T16:44:42Z</dcterms:modified>
</cp:coreProperties>
</file>