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Чим справді цінний Богу я?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Ніщо – багатство чи краса.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Христос пролив любов святу на хресті!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маю слави у собі, y перемозі чи в біді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Ісус за мене заплатив на хресті!</a:t>
            </a:r>
            <a:endParaRPr lang="en-US"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радію, бо Спаситель -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Джерело і Скарб душі моїй.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Йому лиш довіряю –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Спокій душа знайде лише в Христі!</a:t>
            </a:r>
            <a:endParaRPr lang="en-US" sz="4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 в’янемо, немов трава, минають юність і краса.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 каже вічності слова Із хреста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Багатство й влада проминуть –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них шукає людство суть.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хочу знати лиш Христа на хресті</a:t>
            </a:r>
            <a:endParaRPr lang="en-US" sz="4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радію, бо Спаситель -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Джерело і Скарб душі моїй.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Йому лиш довіряю –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Спокій душа знайде лише в Христі!</a:t>
            </a:r>
            <a:endParaRPr lang="en-US" sz="4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хочу всім розповісти: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Ісус прийшов мене спасти.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цінність дав душі моїй на хресті</a:t>
            </a:r>
            <a:endParaRPr lang="en-US" sz="4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радію, бо Спаситель -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Джерело і Скарб душі моїй.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Йому лиш довіряю –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Спокій душа знайде лише в Христі!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радію, бо Спаситель -</a:t>
            </a:r>
            <a:endParaRPr lang="en-US" sz="4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Джерело і Скарб душі моїй.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Йому лиш довіряю –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Спокій душа знайде лише в Христі!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Спокій душа знайде лише в Христі!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4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2026-09-18T16:53:41Z</dcterms:created>
  <dcterms:modified xsi:type="dcterms:W3CDTF">2026-09-18T16:53:41Z</dcterms:modified>
</cp:coreProperties>
</file>