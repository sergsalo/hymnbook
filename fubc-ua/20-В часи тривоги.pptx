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тривоги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тривоги, сумніву й зневіри,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часом гасне у пітьмі,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болить, останні вʼянуть сили,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спішу до Тебе, Боже мій!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я Ісуса маю,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в серці Він моїм.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я Ним і в Ньому пробуваю,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став найкращим Другом дорогим!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Образ дивний, лагідний, смиренний,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будь взірцем в моїй душі,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щоб, поміч відчуваючи щоденно,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знемогтись під тягарем мені.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я Ісуса маю,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в серці Він моїм.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я Ним і в Ньому пробуваю,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став найкращим Другом дорогим!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піду в тривозі я сердечній,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горі хто розрадив би мене?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Ти Один в любові безконечній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простив і дав життя нове.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я Ісуса маю,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в серці Він моїм.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я Ним і в Ньому пробуваю,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став найкращим Другом дорогим!</a:t>
            </a:r>
            <a:endParaRPr lang="en-US" sz="5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порою тяжко так буває,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здається, вже Сам Бог лишив мене,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 душі слова Твої лунають: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покину, Я люблю тебе.»</a:t>
            </a:r>
            <a:endParaRPr lang="en-US" sz="5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я Ісуса маю,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 в серці Він моїм.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я Ним і в Ньому пробуваю,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став найкращим Другом дорогим!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2026-09-25T19:47:59Z</dcterms:created>
  <dcterms:modified xsi:type="dcterms:W3CDTF">2026-09-25T19:47:59Z</dcterms:modified>
</cp:coreProperties>
</file>