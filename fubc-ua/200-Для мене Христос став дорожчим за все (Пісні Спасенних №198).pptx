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став дорожчим за все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№198)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став дорожчим за все,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спас у любові мене.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Знайшов я у Ньому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блаженство святе,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вабить ніщо вже земне.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завжди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Христом, з Христом,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завжди з Христом.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Зневажений в світі усім я кажу: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завжди з Христом!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грішником був і спокою не мав,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далеко від Бога блукав.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явивсь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мене врятував,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вічності спадщину дав.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завжди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Христом, з Христом,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завжди з Христом.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Зневажений в світі усім я кажу: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завжди з Христом!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мій гріх Ісус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постраждав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 Богом мене примирив.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лиш Син Божий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зміг спасти,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вічно з Ним в небі я жив.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завжди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Христом, з Христом,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завжди з Христом.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Зневажений в світі усім я кажу: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завжди з Христом!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Покликав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правди путь показав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спокій у серце послав.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Молитись Він учить,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творити добро,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Завіт виповняти Його.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завжди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Христом, з Христом,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завжди з Христом.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Зневажений в світі усім я кажу: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завжди з Христом!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навіть і рідні покинуть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втрачу я все на землі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 я довіривсь, і Він проведе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по дорозі вузькій.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завжди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Христом, з Христом,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завжди з Христом.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Зневажений в світі усім я кажу: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завжди з Христом!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2026-09-30T19:30:04Z</dcterms:created>
  <dcterms:modified xsi:type="dcterms:W3CDTF">2026-09-30T19:30:04Z</dcterms:modified>
</cp:coreProperties>
</file>