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щастя безмірне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№199)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щастя безмірне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дивна є радість,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яких не знайти: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молитва до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любов, і відрада,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сила, щоб хрест свій нести.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– вічна радість,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– вічна сила,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Тобі, мій Ісусе благий!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Господи милий,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душу мою обігрів!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полумʼя віри, простягнуті руки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Того, Хто вмер і воскрес,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промінь утіхи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скорботах і муках,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дарований Богом чудес.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– вічна радість,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– вічна сила,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Тобі, мій Ісусе благий!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Господи милий,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душу мою обігрів!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Поміж небезпек,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боротьби і тривоги,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мороці зла, у нужді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щастя безкрає розмови із Богом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сяєві світлих надій.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– вічна радість,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– вічна сила,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Тобі, мій Ісусе благий!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Господи милий,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душу мою обігрів!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щастя безмірне,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радуюсь в Бозі!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праведність Він одягнув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місце мені дав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Своєму чертозі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ввійду скоро в вічну весну.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– вічна радість,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– вічна сила,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Тобі, мій Ісусе благий!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Господи милий,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душу мою обігрів!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2026-09-30T19:30:17Z</dcterms:created>
  <dcterms:modified xsi:type="dcterms:W3CDTF">2026-09-30T19:30:17Z</dcterms:modified>
</cp:coreProperties>
</file>