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 промінь у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Небесний промінь у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ясніє, як зоря.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мені зарожевів,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я прийняв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блаженні миру й щастя дні!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по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 дав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Чудесний гімн в душі моїй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звучить Царю царів.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вірю: чує Бог благий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натхненний серця спів.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блаженні миру й щастя дні!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по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 дав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Весна царить в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такий близький,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радість, щастя в повноті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беру з Його руки.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блаженні миру й щастя дні!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по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 дав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у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Христу звучить!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 мене Спаситель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сонячну блакить.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блаженні миру й щастя дні!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по милості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промінь дав мені.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2026-09-30T19:30:28Z</dcterms:created>
  <dcterms:modified xsi:type="dcterms:W3CDTF">2026-09-30T19:30:28Z</dcterms:modified>
</cp:coreProperties>
</file>