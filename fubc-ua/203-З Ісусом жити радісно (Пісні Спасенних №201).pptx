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Ісусом жити радісно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Ісусом жити радісно,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радісно, радісно: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веде в завітний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чудовий світлий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любий! Ти вічно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найкращий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від смерті відкупив,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відкупив, відкупив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Словом правди відродив,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відродив.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любий! Ти вічно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найкращий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Святого Духа Він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послав, Він послав.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праведно я жити 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сил дає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любий! Ти вічно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найкращий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я славлю кожен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день, кожен день: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 для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хресті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любий! Ти вічно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найкращий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всім серцем я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я люблю.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своє життя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я на вівтар.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любий! Ти вічно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найкращий Друг.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2026-09-30T19:30:40Z</dcterms:created>
  <dcterms:modified xsi:type="dcterms:W3CDTF">2026-09-30T19:30:40Z</dcterms:modified>
</cp:coreProperties>
</file>