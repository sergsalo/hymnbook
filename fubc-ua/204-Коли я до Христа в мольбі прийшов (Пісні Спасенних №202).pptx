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я до Христа в мольбі прийшов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№202)</a:t>
            </a:r>
            <a:endParaRPr lang="en-US" sz="4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я до Христа в мольбі прийшов,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зняв мої гріхи,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зняв мої гріхи.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Прощення й мир у Ньому я знайшов,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зняв мої гріхи.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Мої гріхи Він зняв,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мої гріхи Він зняв,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вічне дарував.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радію: всі гріхи Він зняв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спокій серцю дав.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без Господа було тяжким.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зняв мої гріхи,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зняв мої гріхи.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біля ніг Його тягар зложив,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зняв мої гріхи.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Мої гріхи Він зняв,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мої гріхи Він зняв,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вічне дарував.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радію: всі гріхи Він зняв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спокій серцю дав.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Осудження для мене вже нема: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зняв мої гріхи,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зняв мої гріхи.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спокій в серце змучене послав,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зняв мої гріхи.</a:t>
            </a:r>
            <a:endParaRPr lang="en-US" sz="5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Мої гріхи Він зняв,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мої гріхи Він зняв,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вічне дарував.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радію: всі гріхи Він зняв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спокій серцю дав.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 скоріше, друже, до Христа,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зніме всі гріхи,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зніме всі гріхи.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Дарує Він тобі нове життя,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зніме всі гріхи.</a:t>
            </a:r>
            <a:endParaRPr lang="en-US" sz="5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Мої гріхи Він зняв,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мої гріхи Він зняв,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вічне дарував.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радію: всі гріхи Він зняв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спокій серцю дав.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2026-09-30T19:30:52Z</dcterms:created>
  <dcterms:modified xsi:type="dcterms:W3CDTF">2026-09-30T19:30:52Z</dcterms:modified>
</cp:coreProperties>
</file>