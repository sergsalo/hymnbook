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 · rows:2,1,2,1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rows:2,2,2,1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 · rows:2,1,2,1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rows:2,2,2,1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rows:2,2,2,1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 · rows:2,1,2,1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rows:2,2,2,1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· 1/1 · rows:2,1,2,1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rows:2,2,2,1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чудово змінилось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№203)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чудово змінилось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моє все життя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того дня, як Христа пізнав.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Маю спокій, який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довгий час я шукав,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того дня, як Христа пізнав.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того дня, як Христа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пізнав, пізнав,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того дня, як Христа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пізнав, пізнав,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струмінь спокою 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радості в душу пливе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того дня, як Христа пізнав.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гріховні блукання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назавжди лишив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того дня, як Христа пізнав.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Він душу від смерті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мою відкупив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того дня, як Його пізнав.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того дня, як Христа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пізнав, пізнав,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того дня, як Христа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пізнав, пізнав,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струмінь спокою 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радості в душу пливе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того дня, як Христа пізнав.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 Христа я одержав надію святу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того дня, як Його пізнав.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не маю я вже ні вагань, ні страху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того дня, як Його пізнав.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того дня, як Христа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пізнав, пізнав,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того дня, як Христа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пізнав, пізнав,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струмінь спокою 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радості в душу пливе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того дня, як Христа пізнав.</a:t>
            </a:r>
            <a:endParaRPr lang="en-US" sz="5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Мій Господь у житті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скрізь зі мною іде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того дня, як Його пізнав;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по смертній долині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проводить мене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того дня, як Його пізнав.</a:t>
            </a:r>
            <a:endParaRPr lang="en-US" sz="5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того дня, як Христа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пізнав, пізнав,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того дня, як Христа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пізнав, пізнав,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струмінь спокою 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радості в душу пливе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того дня, як Христа пізнав.</a:t>
            </a:r>
            <a:endParaRPr lang="en-US" sz="5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дім небесний іду,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 Господь жде мене,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того дня, як Його пізнав;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славу вічну з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любовʼю мене приведе,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 я серцем Його пізнав.</a:t>
            </a:r>
            <a:endParaRPr lang="en-US" sz="5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того дня, як Христа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пізнав, пізнав,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того дня, як Христа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пізнав, пізнав,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струмінь спокою 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радості в душу пливе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того дня, як Христа пізнав.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2026-09-30T19:31:06Z</dcterms:created>
  <dcterms:modified xsi:type="dcterms:W3CDTF">2026-09-30T19:31:06Z</dcterms:modified>
</cp:coreProperties>
</file>