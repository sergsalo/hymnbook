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життя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свідкують людям,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спокій –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Господнє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сповіщати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нім – життя основа,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створено все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світу Бог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Господа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нас полюбив.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цю вістку чути,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утіху мати в ній: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незабутні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Христа святі.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в душі палає,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радість серцю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всім про те звіщаю,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Нім – спасіння дар.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світу Бог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Господа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нас полюбив.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вість для серця цінна,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– благодать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обітниця незмінна,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повнота.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цю вістку людям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світі я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знали: Бог їх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хоче всіх спасти.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світу Бог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Господа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нас полюбив.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вічний дар життя;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серцем торжествую,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 про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звуках «Алілуя!»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 на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більше оціню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благу вість про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вість благую,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світу Бог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Господа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нас полюбив.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2026-09-30T19:31:19Z</dcterms:created>
  <dcterms:modified xsi:type="dcterms:W3CDTF">2026-09-30T19:31:19Z</dcterms:modified>
</cp:coreProperties>
</file>