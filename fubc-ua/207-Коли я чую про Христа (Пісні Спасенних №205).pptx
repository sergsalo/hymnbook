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· 1/2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· 2/2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 · rows:1,1,2,1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· 1/2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· 2/2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 · rows:1,1,2,1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· 1/2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· 2/2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 · rows:1,1,2,1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Коли я чую про Христа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(Пісні Спасенних №205)</a:t>
            </a:r>
            <a:endParaRPr lang="en-US" sz="5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Коли я чую про Христа,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 серцем веселюсь,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співають радісно уста: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«Спаситель мій – Ісус!»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○</a:t>
            </a:r>
            <a:endParaRPr lang="en-US" sz="2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Коли на тьму гріха і зла,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де гинув, подивлюсь,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тоді звучить моя хвала: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«Спаситель мій – Ісус!»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●</a:t>
            </a:r>
            <a:endParaRPr lang="en-US" sz="2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Він радість дав душі моїй,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я тепер молюсь,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молюсь, щоб не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змовкав у серці спів: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«Спаситель мій – Ісус!»</a:t>
            </a:r>
            <a:endParaRPr lang="en-US" sz="5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якій безодні потопав,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згадати я боюсь,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але мене урятував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Спаситель мій, Ісус.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○</a:t>
            </a:r>
            <a:endParaRPr lang="en-US" sz="2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 був самотній – Він вступив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зі мною у союз.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 раю двері відчинив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Спаситель мій, Ісус.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●</a:t>
            </a:r>
            <a:endParaRPr lang="en-US" sz="2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Він радість дав душі моїй,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я тепер молюсь,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молюсь, щоб не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змовкав у серці спів: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«Спаситель мій – Ісус!»</a:t>
            </a:r>
            <a:endParaRPr lang="en-US" sz="5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 мертвим був – Він воскресив!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Тепер я веселюсь,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що дух мій Словом відродив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Спаситель мій, Ісус.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○</a:t>
            </a:r>
            <a:endParaRPr lang="en-US" sz="2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полоні я страшному жив –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Він врятував від уз.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Провини всі мої простив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Спаситель мій, Ісус.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●</a:t>
            </a:r>
            <a:endParaRPr lang="en-US" sz="2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Він радість дав душі моїй,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я тепер молюсь,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молюсь, щоб не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змовкав у серці спів: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«Спаситель мій – Ісус!»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4270248" y="62636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***</a:t>
            </a:r>
            <a:endParaRPr lang="en-US" sz="2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2026-09-30T19:31:33Z</dcterms:created>
  <dcterms:modified xsi:type="dcterms:W3CDTF">2026-09-30T19:31:33Z</dcterms:modified>
</cp:coreProperties>
</file>