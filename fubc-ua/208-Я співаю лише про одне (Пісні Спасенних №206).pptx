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 лише про одне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 лише про 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щастя пізнав неземне;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розказую всім про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моїм Він Спасителем 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змила свята кров Його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ганебний із серця мого.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за мене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радість мені дарував.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всієї душі прагну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прославляти Ісуса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завжди: чи вночі, чи удень,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 Він звуки хвалебних пісень.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мертвий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відродив,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святого життя Він дав сил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душу розбиту влив Сам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життєдайний цілющий бальзам.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 найдорожчий за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кращий Він за синів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людських,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немає такого, як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 любити безмірно так міг.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лине ця пісня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страждання і славу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вірю, що прийде той час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заспіваю Йому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2026-09-30T19:31:45Z</dcterms:created>
  <dcterms:modified xsi:type="dcterms:W3CDTF">2026-09-30T19:31:45Z</dcterms:modified>
</cp:coreProperties>
</file>