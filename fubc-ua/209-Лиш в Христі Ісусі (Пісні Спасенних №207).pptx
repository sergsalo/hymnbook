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Христі Ісусі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Христі Ісусі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я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маю вічну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тримає у Своїй руці,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вірного Друга я знайшов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яке безмірне щастя у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моя надія й спокій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радіє серце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дивнім Спасителі,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моїм.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Друг, Який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вину усю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життя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проливши кров Свою;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помер за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на хресті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вірного Друга я знайшов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яке безмірне щастя у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моя надія й спокій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радіє серце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дивнім Спасителі,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моїм.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завіт святий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Ісусом я вступив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вузькому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повів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ту святу країну, де царює Сам,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міг радіти я з Ним вічно там.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яке безмірне щастя у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моя надія й спокій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радіє серце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дивнім Спасителі,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моїм.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2026-09-30T19:31:57Z</dcterms:created>
  <dcterms:modified xsi:type="dcterms:W3CDTF">2026-09-30T19:31:57Z</dcterms:modified>
</cp:coreProperties>
</file>