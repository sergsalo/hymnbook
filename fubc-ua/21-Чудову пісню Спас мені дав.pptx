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Чудову пісню Спас мені дав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Чудову пісню Спас мені дав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небесної висоти.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Такої я ніколи не співав,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є мелодія любві.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моїм серці є мелодія…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Яка чудова є!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моїм серці є мелодія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є мелодія любві!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Любов Христа, що вмер Він за нас,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Дала мені вже життя.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серце вселила мелодію…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Радію тепер вже я.</a:t>
            </a:r>
            <a:endParaRPr lang="en-US" sz="5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 співати Спасові 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там зійдемося всі.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як буде там мені радісно,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зустріну своїх!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моїм серці є подяка,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моїм серці є хвала,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моїм серці є мелодія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Спасителя Христа!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2026-09-25T19:49:04Z</dcterms:created>
  <dcterms:modified xsi:type="dcterms:W3CDTF">2026-09-25T19:49:04Z</dcterms:modified>
</cp:coreProperties>
</file>