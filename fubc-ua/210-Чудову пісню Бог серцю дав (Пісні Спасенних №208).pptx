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Чудову пісню Бог серцю 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№208)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Чудову пісню Бог серцю 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небесної висоти.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Такої я раніш не співав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то гімн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в душі моїй мелодія,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чудова і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в душі моїй мелодія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вічну любов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любов Христова знайшла,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дала повноту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пісня слави в серце ввійшла,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щасливим з тих пір став 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в душі моїй мелодія,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чудова і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в душі моїй мелодія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вічну любов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 буду Спасові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 небеса прийду.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залунає пісня нова,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подяка, хвала Христу.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в душі моїй мелодія,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чудова і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в душі моїй мелодія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вічну любов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2026-09-30T19:32:08Z</dcterms:created>
  <dcterms:modified xsi:type="dcterms:W3CDTF">2026-09-30T19:32:08Z</dcterms:modified>
</cp:coreProperties>
</file>