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мене на шлях життя поставив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мене на шлях життя поставив,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мої гріхи усі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кайданів зла навік позбавив,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сонцем правди серце освітив.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край чудесний,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дім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туди іду.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край чудесний,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дім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туди іду.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роса, що землю напуває,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плодоносити дає,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Слово душу оживляє,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ній плід святості росте.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край чудесний,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дім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туди іду.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край чудесний,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дім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туди іду.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Христом всі труднощі долаю,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житті трапляються не раз;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Він, як батько, ніжно утішає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за руку в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край чудесний,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дім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туди іду.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край чудесний,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дім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туди іду.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2026-09-30T19:32:20Z</dcterms:created>
  <dcterms:modified xsi:type="dcterms:W3CDTF">2026-09-30T19:32:20Z</dcterms:modified>
</cp:coreProperties>
</file>