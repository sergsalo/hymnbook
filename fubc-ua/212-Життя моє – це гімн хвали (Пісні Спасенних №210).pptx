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моє – це гімн хвали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моє – це гімн хвали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благому,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воно звіщає на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спасенний Богом.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шум життя і суєту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спасенних линуть співи.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співаю теж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душі радію.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залишать друзі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ж буде Бог зі мною.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будуть бурі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їх заспокоїть.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Ніщо мій мир не похитне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 Христа надіюсь.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мене Він береже,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тому радію.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 підношу зір,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сонце завжди сяє;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маю Друга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душа співає.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Щасливий я, і щастя 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більше серце гріє.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скоро вже гряде,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жду Його й радію.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2026-09-30T19:32:33Z</dcterms:created>
  <dcterms:modified xsi:type="dcterms:W3CDTF">2026-09-30T19:32:33Z</dcterms:modified>
</cp:coreProperties>
</file>