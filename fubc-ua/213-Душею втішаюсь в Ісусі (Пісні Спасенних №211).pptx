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втішаюсь в Ісусі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Душею втішаюсь в Ісусі: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мої всі Він простив;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наповнює душу: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навік полюбив.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з любим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спокій у Ньому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загибелі вже не боюся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до Нього прийшов.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радісно бути з Ісусом!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Духа Святого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утішив засмучену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місце у небі їй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щасливий з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лякає журба,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дам в серці місця спокусам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тішусь любовʼю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радісно бути з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шлях мій тернистий, вузький;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до Нього молюся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спокій дає неземний.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небі я буду з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вічній любові й красі.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Ним я сьогодні кріплюся,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я щасливий в Христі!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2026-09-30T19:32:45Z</dcterms:created>
  <dcterms:modified xsi:type="dcterms:W3CDTF">2026-09-30T19:32:45Z</dcterms:modified>
</cp:coreProperties>
</file>