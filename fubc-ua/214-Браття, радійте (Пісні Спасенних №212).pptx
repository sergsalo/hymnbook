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||:3-4:|| · rows:1,1,2,2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||:3-4:|| · rows:2,1,2,2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||:3-4:|| · rows:2,1,2,2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Браття, радійте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№212)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Браття, радійте і в пісні духовній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славу і честь віддавайте Христу: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нас знайшов у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неволі гріховній,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нам любові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явив повноту.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882570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15526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4586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як нас любить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Спаситель безмежно,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охороняє в дорозі земній,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нам приготовив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оселі на небі,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дасть в нагороду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вінець золотий.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020263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77833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76893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радістю, браття,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Слово Господнє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всякі страждання покірно знесем.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підкріпить на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тернистій дорозі,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славу введе нас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у Царство святе.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832379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65717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64777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2026-09-30T21:44:23Z</dcterms:created>
  <dcterms:modified xsi:type="dcterms:W3CDTF">2026-09-30T21:44:23Z</dcterms:modified>
</cp:coreProperties>
</file>