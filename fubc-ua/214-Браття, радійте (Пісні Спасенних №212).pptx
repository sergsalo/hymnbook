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радійте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Браття, радійте і в пісні духовній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славу і честь віддавайте Христу: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знайшов 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неволі гріховній,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нам любові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явив повноту.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83510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4586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46666" y="401015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 нас любить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безмежно,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охороняє в дорозі земній,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приготовив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оселі на небі,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дасть в нагороду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вінець золотий.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2120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76893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08973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радістю, браття,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Слово Господнє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всякі страждання покірно знесем.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підкріпить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тернистій дорозі,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славу введе нас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у Царство святе.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733319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777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96857" y="4406392"/>
            <a:ext cx="79248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2026-09-30T19:32:57Z</dcterms:created>
  <dcterms:modified xsi:type="dcterms:W3CDTF">2026-09-30T19:32:57Z</dcterms:modified>
</cp:coreProperties>
</file>