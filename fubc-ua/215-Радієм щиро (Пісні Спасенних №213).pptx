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Радієм щиро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№213)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Радієм щиро кожну мить,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величальний спів бринить,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 смерть Христос прийняв за нас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загину спас.</a:t>
            </a:r>
            <a:endParaRPr lang="en-US" sz="5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любий, Ти вмер за нас,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осуду й смерті навіки нас спас.</a:t>
            </a:r>
            <a:endParaRPr lang="en-US" sz="5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Христос з любовʼю день у день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Себе кличе всіх людей;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з радістю приймає тих,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хто визнає свій гріх.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любий, Ти вмер за нас,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осуду й смерті навіки нас спас.</a:t>
            </a:r>
            <a:endParaRPr lang="en-US" sz="5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 славим Господа Христа: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Нім світло, щастя повнота.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Яке ж блаженство буде там,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вічний Божий храм!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любий, Ти вмер за нас,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осуду й смерті навіки нас спас.</a:t>
            </a:r>
            <a:endParaRPr lang="en-US" sz="5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Співають ангели Христу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небесах хвалу святу.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О, що за радість без кінця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чекає нас в Отця!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Спасителю любий, Ти вмер за нас,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осуду й смерті навіки нас спас.</a:t>
            </a:r>
            <a:endParaRPr lang="en-US" sz="51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2026-09-30T19:33:10Z</dcterms:created>
  <dcterms:modified xsi:type="dcterms:W3CDTF">2026-09-30T19:33:10Z</dcterms:modified>
</cp:coreProperties>
</file>