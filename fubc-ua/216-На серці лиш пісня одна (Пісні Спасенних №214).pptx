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серці лиш пісня одна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№214)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серці лиш пісня одна, одна,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Господа ллється вона, вона,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оспівую я в ній щодня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любові вічної дар.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Мир, мир, спокій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дарунок небес, небес!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добре, що маємо мир,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любові Божої дар!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я Ісуса пізнав, пізнав,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мир в повноті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серцю дав, Він 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тоді цінувати почав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любові вічної дар.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Мир, мир, спокій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дарунок небес, небес!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добре, що маємо мир,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любові Божої дар!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я щасливий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Христі, в Христі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прагну у Ньому рости, рости.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 спокій я маю святий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любові вічної дар.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Мир, мир, спокій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дарунок небес, небес!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добре, що маємо мир,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любові Божої дар!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2026-09-30T19:33:23Z</dcterms:created>
  <dcterms:modified xsi:type="dcterms:W3CDTF">2026-09-30T19:33:23Z</dcterms:modified>
</cp:coreProperties>
</file>