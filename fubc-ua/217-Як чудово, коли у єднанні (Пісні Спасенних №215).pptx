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чудово, коли у єднанні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№215)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чудово, коли у єднанні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приносим Творцеві хвалу.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чудово, що в горі, в стражданні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втрачаєм надію живу.</a:t>
            </a:r>
            <a:endParaRPr lang="en-US" sz="5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чудово, що серце в нас вільне,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чудово: нема в ньому зла.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чудово, чудово й спокійно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тій душі, що в Христі ожила.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чудово, коли душу й тіло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цілком для Христа віддаєм,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в битві ми діємо сміло,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співаємо, так і живем.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чудово, що серце в нас вільне,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чудово: нема в ньому зла.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чудово, чудово й спокійно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тій душі, що в Христі ожила.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чудово, що бурі, знегоди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від часу життя сколихнуть,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відчути всю скрутність дороги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довіритись більше Христу.</a:t>
            </a:r>
            <a:endParaRPr lang="en-US" sz="5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чудово, що серце в нас вільне,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чудово: нема в ньому зла.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чудово, чудово й спокійно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тій душі, що в Христі ожила.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 з Ісусом усюди: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тягар нелегкий наш несе.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 в Христі мати Друга: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один розуміє усе.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чудово, що серце в нас вільне,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чудово: нема в ньому зла.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чудово, чудово й спокійно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тій душі, що в Христі ожила.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чудово! Щасливі ми в Бозі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благаєм: «Ісусе, веди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тернистій життєвій дорозі,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з Тобою чудово завжди!»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чудово, що серце в нас вільне,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чудово: нема в ньому зла.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чудово, чудово й спокійно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тій душі, що в Христі ожила.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2026-09-30T19:33:35Z</dcterms:created>
  <dcterms:modified xsi:type="dcterms:W3CDTF">2026-09-30T19:33:35Z</dcterms:modified>
</cp:coreProperties>
</file>