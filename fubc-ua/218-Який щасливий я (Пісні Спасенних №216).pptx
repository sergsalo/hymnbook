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Який щасливий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№216)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Який щасливий 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співай, душе моя!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це лише тому,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я служу Христу!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661006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37090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36150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 добре на душі,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гріх я залишив!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тішуся тому,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я служу Христу!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661006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37090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36150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серці мир тепер,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не лякає смерть.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це лише тому,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я служу Христу!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661006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37090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36150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горі, і в нужді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поможе Він мені.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Радію без кінця,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маю я Отця!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201543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96553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95613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Прямую я за Ним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край світлий, неземний.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 вічно буду я.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Співай, душе моя!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72664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5432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24492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2026-09-30T21:44:26Z</dcterms:created>
  <dcterms:modified xsi:type="dcterms:W3CDTF">2026-09-30T21:44:26Z</dcterms:modified>
</cp:coreProperties>
</file>