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 · ||:3-4:||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 · ||:3-4:||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 · ||:3-4:||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 · ||:3-4:||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· 1/1 · ||:3-4:||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Який щасливий 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№216)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Який щасливий я,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співай, душе моя!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це лише тому,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я служу Христу!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2561946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36150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768230" y="4010152"/>
            <a:ext cx="792480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Так добре на душі,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 гріх я залишив!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тішуся тому,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я служу Христу!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2561946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36150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768230" y="4010152"/>
            <a:ext cx="792480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серці мир тепер,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не лякає смерть.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це лише тому,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я служу Христу!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2561946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36150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768230" y="4010152"/>
            <a:ext cx="792480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2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 горі, і в нужді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поможе Він мені.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Радію без кінця,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маю я Отця!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3102483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095613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227693" y="4010152"/>
            <a:ext cx="792480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Прямую я за Ним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край світлий, неземний.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 вічно буду я.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Співай, душе моя!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2773604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24492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556572" y="4010152"/>
            <a:ext cx="792480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2026-09-30T19:33:48Z</dcterms:created>
  <dcterms:modified xsi:type="dcterms:W3CDTF">2026-09-30T19:33:48Z</dcterms:modified>
</cp:coreProperties>
</file>