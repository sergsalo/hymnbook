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Одне моє бажання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№217)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Одне моє бажання,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мета в житті,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бути у єднанні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із Господом завжди.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чудово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бути в єдності з Христом.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чудово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бути із Христом.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тіснім єднанні з Богом,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Учителем моїм,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вчитись маю змогу,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всі знання – у Нім.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чудово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бути в єдності з Христом.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чудово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бути із Христом.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Люблю я з Ним єднання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з Батьком дорогим,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 Отчим піклуванням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іду в небесний дім.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чудово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бути в єдності з Христом.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чудово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бути із Христом.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Приємне спілкування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між друзями двома;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Христом моє єднання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мені Він Другом став.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чудово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бути в єдності з Христом.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чудово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бути із Христом.</a:t>
            </a:r>
            <a:endParaRPr lang="en-US" sz="5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з Ним єднання маю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трепетній мольбі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 Ним перемагаю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життєвій боротьбі.</a:t>
            </a:r>
            <a:endParaRPr lang="en-US" sz="5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чудово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бути в єдності з Христом.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чудово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бути із Христом.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2026-09-30T19:34:00Z</dcterms:created>
  <dcterms:modified xsi:type="dcterms:W3CDTF">2026-09-30T19:34:00Z</dcterms:modified>
</cp:coreProperties>
</file>