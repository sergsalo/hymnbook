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Угорі під небесами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Угорі під небесами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ангели співають,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прославляють,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лунає вже віками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дивна новина.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гідно Господа свого!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Величаймо всі Його!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Милосердя сповіщаймо: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Себе являє,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Його не знають;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Голгофу споглядаймо: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помер за нас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гідно Господа свого!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Величаймо всі Його!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за беззаконня наші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вінку терновім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голова Христова;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Його спасіння чаші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прощення даний нам.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гідно Господа свого!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Величаймо всі Його!</a:t>
            </a:r>
            <a:endParaRPr lang="en-US" sz="4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же Бог ласкавий 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приніс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віру в воскресіння;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співаймо пісню слави 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гідний Бог її від нас!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гідно Господа свого!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небі!» —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Величаймо всі Його!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2026-09-25T19:50:00Z</dcterms:created>
  <dcterms:modified xsi:type="dcterms:W3CDTF">2026-09-25T19:50:00Z</dcterms:modified>
</cp:coreProperties>
</file>