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Струн душі рука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торкається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Струн душі рука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торкається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звучить піднесено хвала.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ще одна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зʼявляється,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про Спасителя Христа.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2128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6813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5873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слави дзвінко розливається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трелях соловʼїних голосів,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мій дух хвалою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наповняється,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устах не вистачає слів.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08506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9590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8865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ласка ллється ароматами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полів квітучих і садів.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про милість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співатиму,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залишивши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погляди світські.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62987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35109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3416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любов Спасителя безмірную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скрізь, куди сягає зір,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Христа люблю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любовʼю ніжною,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мені Він всі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гріхи простив.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01442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96654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9571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Струн душі рука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торкається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звучить мелодія нова.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ніколи пісня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кінчається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Христа: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вічне дав!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108096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0000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8906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2026-09-30T21:44:29Z</dcterms:created>
  <dcterms:modified xsi:type="dcterms:W3CDTF">2026-09-30T21:44:29Z</dcterms:modified>
</cp:coreProperties>
</file>