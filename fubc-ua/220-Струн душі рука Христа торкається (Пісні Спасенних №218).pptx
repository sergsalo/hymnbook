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 · rows:2,1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||:3-4:|| · rows:2,1,2,1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||:3-4:||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||:3-4:|| · rows:1,1,2,2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 · ||:3-4:|| · rows:1,1,2,2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 · ||:3-4:|| · rows:2,1,2,2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Струн душі рука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Христа торкається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№218)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Струн душі рука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Христа торкається –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звучить піднесено хвала.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Пісня ще одна на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світ зʼявляється,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пісня про Спасителя Христа.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022223" y="354787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75873" y="354787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7953" y="44063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Пісня слави дзвінко розливається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трелях соловʼїних голосів,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мій дух хвалою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наповняється,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в устах не вистачає слів.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209446" y="315163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88650" y="315163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20730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ласка ллється ароматами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із полів квітучих і садів.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про милість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Господа співатиму,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залишивши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погляди світські.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563927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34169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66249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любов Спасителя безмірную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бачу скрізь, куди сягає зір,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Христа люблю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любовʼю ніжною,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мені Він всі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гріхи простив.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902382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95714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27794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Струн душі рука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Христа торкається –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звучить мелодія нова.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ніколи пісня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кінчається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Христа: Він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щастя вічне дав!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009036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89060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1140" y="44063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2026-09-30T19:34:14Z</dcterms:created>
  <dcterms:modified xsi:type="dcterms:W3CDTF">2026-09-30T19:34:14Z</dcterms:modified>
</cp:coreProperties>
</file>