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у Христі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№219)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у Христі, щастя в повноті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покровом рук Всевишнього.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в душі моїй, дух співає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покровом рук Всевишнього.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Бозі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 боюсь нічого 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Бозі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радісна завжди душа моя.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життя вузький, вірний і ясний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покровом рук Всевишнього.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Поміч у борні маю день при дні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покровом рук Всевишнього.</a:t>
            </a:r>
            <a:endParaRPr lang="en-US" sz="4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Бозі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 боюсь нічого 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Бозі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радісна завжди душа моя.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 не страшний на путі земній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покровом рук Всевишнього.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у край святий, вічний, неземний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покровом рук Всевишнього.</a:t>
            </a:r>
            <a:endParaRPr lang="en-US" sz="4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Бозі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 боюсь нічого 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 Бозі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радісна завжди душа моя.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2026-09-30T19:34:25Z</dcterms:created>
  <dcterms:modified xsi:type="dcterms:W3CDTF">2026-09-30T19:34:25Z</dcterms:modified>
</cp:coreProperties>
</file>