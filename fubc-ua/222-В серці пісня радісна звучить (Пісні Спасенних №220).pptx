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пісня радісна звучить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№220)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пісня радісна звучить,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чуються слова Христа: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Спаситель твій, і Я твій щит,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лякайся тьми і зла».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 –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Нім моя;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величнім співі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Йому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гріхах було життя моє,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тяжко в світі я страждав,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Господь знайшов, простив мене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серце радість дав.</a:t>
            </a:r>
            <a:endParaRPr lang="en-US" sz="5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 –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Нім моя;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величнім співі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Йому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Споживаю від Його стола,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Його живу крилом.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завжди звучить Христу хвала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Його святу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 –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Нім моя;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величнім співі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Йому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знову прийде Він з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залишу намет 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увійду у світлий край чудес,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царювати з Ним.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 –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Нім моя;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величнім співі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Йому хвала!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2026-09-30T19:34:37Z</dcterms:created>
  <dcterms:modified xsi:type="dcterms:W3CDTF">2026-09-30T19:34:37Z</dcterms:modified>
</cp:coreProperties>
</file>