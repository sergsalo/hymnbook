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мене є чудовий Друг!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мене є чудовий Друг!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оживив мій мертвий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кров святу пролив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усіх гріхів звільнив.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щасливий завжди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тільки Він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відраду Він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мене веде.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щастя! Я спасен Христом!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вперед Його шляхом.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радість вічну дорогу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перед Ним завжди в боргу.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щасливий завжди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тільки Він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відраду Він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мене веде.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скорботи настають,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з терпінням прагну путь.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довіряю все Йому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проведе мене крізь тьму.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щасливий завжди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тільки Він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відраду Він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мене веде.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до Христа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Його гріхи склади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стане Другом і твоїм,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щасливим будеш завжди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щасливий завжди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тільки Він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відраду Він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мене 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2026-09-30T19:34:49Z</dcterms:created>
  <dcterms:modified xsi:type="dcterms:W3CDTF">2026-09-30T19:34:49Z</dcterms:modified>
</cp:coreProperties>
</file>