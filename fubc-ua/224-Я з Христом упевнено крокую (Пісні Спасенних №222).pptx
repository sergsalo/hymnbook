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 Христом упевнено крокую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№222)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 Христом упевнено крокую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знаходжу радість тільки в Нім,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Христі душею торжествую: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веде мене у вічний дім.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275817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2279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054359" y="4406392"/>
            <a:ext cx="79248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Крізь життєве неспокійне море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мене веде у небеса,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співають ангельськії хори,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Христа хвалитиму і я.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702435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95661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27741" y="4406392"/>
            <a:ext cx="79248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Вдень Христос зі мною й серед ночі,</a:t>
            </a:r>
            <a:endParaRPr lang="en-US" sz="4800" dirty="0"/>
          </a:p>
          <a:p>
            <a:pPr algn="ctr" indent="0" marL="0">
              <a:lnSpc>
                <a:spcPts val="5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укріпляє серце Він моє,</a:t>
            </a:r>
            <a:endParaRPr lang="en-US" sz="4800" dirty="0"/>
          </a:p>
          <a:p>
            <a:pPr algn="ctr" indent="0" marL="0">
              <a:lnSpc>
                <a:spcPts val="5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скорботах утирає очі,</a:t>
            </a:r>
            <a:endParaRPr lang="en-US" sz="4800" dirty="0"/>
          </a:p>
          <a:p>
            <a:pPr algn="ctr" indent="0" marL="0">
              <a:lnSpc>
                <a:spcPts val="5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труднощах підтримку подає.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168298" y="4270248"/>
            <a:ext cx="0" cy="548640"/>
          </a:xfrm>
          <a:prstGeom prst="line">
            <a:avLst/>
          </a:prstGeom>
          <a:noFill/>
          <a:ln w="23446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29798" y="4270248"/>
            <a:ext cx="0" cy="548640"/>
          </a:xfrm>
          <a:prstGeom prst="line">
            <a:avLst/>
          </a:prstGeom>
          <a:noFill/>
          <a:ln w="23446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51718" y="4331208"/>
            <a:ext cx="7315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1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життя Господь все посилає,</a:t>
            </a:r>
            <a:endParaRPr lang="en-US" sz="5100" dirty="0"/>
          </a:p>
          <a:p>
            <a:pPr algn="ctr" indent="0" marL="0">
              <a:lnSpc>
                <a:spcPts val="61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знає Він мої потреби всі,</a:t>
            </a:r>
            <a:endParaRPr lang="en-US" sz="5100" dirty="0"/>
          </a:p>
          <a:p>
            <a:pPr algn="ctr" indent="0" marL="0">
              <a:lnSpc>
                <a:spcPts val="61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Словом вічним ніжно утішає,</a:t>
            </a:r>
            <a:endParaRPr lang="en-US" sz="5100" dirty="0"/>
          </a:p>
          <a:p>
            <a:pPr algn="ctr" indent="0" marL="0">
              <a:lnSpc>
                <a:spcPts val="61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скрізь являє Він любов мені.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1069657" y="4322826"/>
            <a:ext cx="0" cy="582930"/>
          </a:xfrm>
          <a:prstGeom prst="line">
            <a:avLst/>
          </a:prstGeom>
          <a:noFill/>
          <a:ln w="24912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28439" y="4322826"/>
            <a:ext cx="0" cy="582930"/>
          </a:xfrm>
          <a:prstGeom prst="line">
            <a:avLst/>
          </a:prstGeom>
          <a:noFill/>
          <a:ln w="24912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57979" y="4383151"/>
            <a:ext cx="79248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завжди і скрізь зі мною буде,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і, коли земне все промайне,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від смерті для життя пробудить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пригорне до грудей мене.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1530541" y="4305300"/>
            <a:ext cx="0" cy="571500"/>
          </a:xfrm>
          <a:prstGeom prst="line">
            <a:avLst/>
          </a:prstGeom>
          <a:noFill/>
          <a:ln w="24423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7555" y="4305300"/>
            <a:ext cx="0" cy="571500"/>
          </a:xfrm>
          <a:prstGeom prst="line">
            <a:avLst/>
          </a:prstGeom>
          <a:noFill/>
          <a:ln w="24423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94556" y="4368800"/>
            <a:ext cx="76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2026-09-30T21:16:58Z</dcterms:created>
  <dcterms:modified xsi:type="dcterms:W3CDTF">2026-09-30T21:16:58Z</dcterms:modified>
</cp:coreProperties>
</file>