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 · ||:4-4:||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з Христом упевнено крокую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№222)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з Христом упевнено крокую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знаходжу радість тільки в Нім,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Христі душею торжествую: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веде мене у вічний дім.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374877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23219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22279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Крізь життєве неспокійне море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мене веде у небеса,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співають ангельськії хори,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 Христа хвалитиму і я.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801495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96601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495661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58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Вдень Христос зі мною й серед ночі,</a:t>
            </a:r>
            <a:endParaRPr lang="en-US" sz="4800" dirty="0"/>
          </a:p>
          <a:p>
            <a:pPr algn="ctr" indent="0" marL="0">
              <a:lnSpc>
                <a:spcPts val="58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укріпляє серце Він моє,</a:t>
            </a:r>
            <a:endParaRPr lang="en-US" sz="4800" dirty="0"/>
          </a:p>
          <a:p>
            <a:pPr algn="ctr" indent="0" marL="0">
              <a:lnSpc>
                <a:spcPts val="58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 скорботах утирає очі,</a:t>
            </a:r>
            <a:endParaRPr lang="en-US" sz="4800" dirty="0"/>
          </a:p>
          <a:p>
            <a:pPr algn="ctr" indent="0" marL="0">
              <a:lnSpc>
                <a:spcPts val="58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труднощах підтримку подає.</a:t>
            </a:r>
            <a:endParaRPr lang="en-US" sz="4800" dirty="0"/>
          </a:p>
        </p:txBody>
      </p:sp>
      <p:sp>
        <p:nvSpPr>
          <p:cNvPr id="3" name="Shape 1"/>
          <p:cNvSpPr/>
          <p:nvPr/>
        </p:nvSpPr>
        <p:spPr>
          <a:xfrm>
            <a:off x="1259738" y="4270248"/>
            <a:ext cx="0" cy="548640"/>
          </a:xfrm>
          <a:prstGeom prst="line">
            <a:avLst/>
          </a:prstGeom>
          <a:noFill/>
          <a:ln w="23446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38358" y="4270248"/>
            <a:ext cx="0" cy="548640"/>
          </a:xfrm>
          <a:prstGeom prst="line">
            <a:avLst/>
          </a:prstGeom>
          <a:noFill/>
          <a:ln w="23446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029798" y="4242308"/>
            <a:ext cx="1036320" cy="60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життя Господь все посилає,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знає Він мої потреби всі,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Словом вічним ніжно утішає,</a:t>
            </a:r>
            <a:endParaRPr lang="en-US" sz="5200" dirty="0"/>
          </a:p>
          <a:p>
            <a:pPr algn="ctr" indent="0" marL="0">
              <a:lnSpc>
                <a:spcPts val="62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скрізь являє Він любов мені.</a:t>
            </a:r>
            <a:endParaRPr lang="en-US" sz="5200" dirty="0"/>
          </a:p>
        </p:txBody>
      </p:sp>
      <p:sp>
        <p:nvSpPr>
          <p:cNvPr id="3" name="Shape 1"/>
          <p:cNvSpPr/>
          <p:nvPr/>
        </p:nvSpPr>
        <p:spPr>
          <a:xfrm>
            <a:off x="1070102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127994" y="4340352"/>
            <a:ext cx="0" cy="594360"/>
          </a:xfrm>
          <a:prstGeom prst="line">
            <a:avLst/>
          </a:prstGeom>
          <a:noFill/>
          <a:ln w="25400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27054" y="431749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завжди і скрізь зі мною буде,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і, коли земне все промайне,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від смерті для життя пробудить</a:t>
            </a:r>
            <a:endParaRPr lang="en-US" sz="50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пригорне до грудей мене.</a:t>
            </a:r>
            <a:endParaRPr lang="en-US" sz="5000" dirty="0"/>
          </a:p>
        </p:txBody>
      </p:sp>
      <p:sp>
        <p:nvSpPr>
          <p:cNvPr id="3" name="Shape 1"/>
          <p:cNvSpPr/>
          <p:nvPr/>
        </p:nvSpPr>
        <p:spPr>
          <a:xfrm>
            <a:off x="1625791" y="4305300"/>
            <a:ext cx="0" cy="571500"/>
          </a:xfrm>
          <a:prstGeom prst="line">
            <a:avLst/>
          </a:prstGeom>
          <a:noFill/>
          <a:ln w="24423">
            <a:solidFill>
              <a:srgbClr val="8A8A8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72306" y="4305300"/>
            <a:ext cx="0" cy="571500"/>
          </a:xfrm>
          <a:prstGeom prst="line">
            <a:avLst/>
          </a:prstGeom>
          <a:noFill/>
          <a:ln w="24423">
            <a:solidFill>
              <a:srgbClr val="8A8A8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67555" y="4279900"/>
            <a:ext cx="1066800" cy="622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×2</a:t>
            </a:r>
            <a:endParaRPr lang="en-US" sz="3500" dirty="0"/>
          </a:p>
        </p:txBody>
      </p:sp>
      <p:sp>
        <p:nvSpPr>
          <p:cNvPr id="6" name="Text 4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2026-09-30T21:44:31Z</dcterms:created>
  <dcterms:modified xsi:type="dcterms:W3CDTF">2026-09-30T21:44:31Z</dcterms:modified>
</cp:coreProperties>
</file>