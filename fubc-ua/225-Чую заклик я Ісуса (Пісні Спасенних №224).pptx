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 · ||:1-1:||×3 · rows:1,2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 · ||:1-1:||×3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 · ||:1-1:||×3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 · ||:1-1:||×3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· 1/1 · ||:1-1:||×3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· 1/1 · ||:1-1:||×3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Чую заклик я Ісуса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№224)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Чую заклик я Ісуса: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«Хрест візьми свій,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вслід за Мною йди».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576474" y="23591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21622" y="23591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53702" y="242519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×3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Йду туди, куди веде Він,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вузенькій стежці в світі цім.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758239" y="275539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39857" y="275539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71937" y="282143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×3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Постраждав Він на Голгофі.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 Ним страждання я пройду земні.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169822" y="275539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028274" y="275539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60354" y="282143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×3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 Ним здолаю перешкоди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 небесний вічний край ввійду.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527099" y="275539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70997" y="275539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803077" y="282143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×3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мені вінець життя дасть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перед троном слави в небесах.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173785" y="275539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024311" y="275539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56391" y="282143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×3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 душе моя, кріпися: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скоро будеш в славі вічній з Ним.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307031" y="275539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91065" y="275539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23145" y="282143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×3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2026-09-30T21:17:13Z</dcterms:created>
  <dcterms:modified xsi:type="dcterms:W3CDTF">2026-09-30T21:17:13Z</dcterms:modified>
</cp:coreProperties>
</file>