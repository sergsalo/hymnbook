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||:1-1:||×3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Чую заклик я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Чую заклик я Ісуса: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«Хрест візьми свій,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вслід за Мною йди».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75534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2562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21622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туди, куди веде Він,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вузенькій стежці в світі цім.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57299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40797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39857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Постраждав Він на Голгофі.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страждання я пройду земні.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68882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9214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28274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здолаю перешкоди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небесний вічний край ввійду.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26159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71937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70997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вінець життя дасть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троном слави в небесах.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72845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5251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24311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душе моя, кріпися: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будеш в славі вічній з Ним.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06091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92005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91065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2026-09-30T21:44:34Z</dcterms:created>
  <dcterms:modified xsi:type="dcterms:W3CDTF">2026-09-30T21:44:34Z</dcterms:modified>
</cp:coreProperties>
</file>