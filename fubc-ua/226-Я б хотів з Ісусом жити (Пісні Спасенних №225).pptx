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 хотів з Ісусом жити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№225)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 хотів з Ісусом жити,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апостоли колись,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у Нього правди вчитись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світ її нести.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чути я готовий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утоми, без кінця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життєдайне дивне Слово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Небесного Отця.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за Спасом йтиму всюди,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я поруч завжди буду,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мене Він міцно любить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веде у світлі небеса.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у своїй уяві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Голгофу лину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рани згадую криваві,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плаче знов душа моя.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Ісусу співчуваю: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так тяжко постраждав.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Ньому я спасіння маю,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 Себе кару взяв.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за Спасом йтиму всюди,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я поруч завжди буду,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мене Він міцно любить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веде у світлі небеса.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 час спокою, втіхи,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ввійду у вічний дім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забувши горе й лихо,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із Христом моїм.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Вічно буду утішатись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Відкупителем моїм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хвалу Йому співати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країні неземній.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за Спасом йтиму всюди,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я поруч завжди буду,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мене Він міцно любить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веде у світлі небеса.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2026-09-30T21:17:25Z</dcterms:created>
  <dcterms:modified xsi:type="dcterms:W3CDTF">2026-09-30T21:17:25Z</dcterms:modified>
</cp:coreProperties>
</file>