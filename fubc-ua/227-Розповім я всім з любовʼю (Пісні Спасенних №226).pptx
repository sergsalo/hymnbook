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Розповім я всім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Розповім я всім з любовʼю,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Христос мій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стікав святою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на хресті вмирав.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Скрізь, де гляну, люди гинуть,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бідні, мучаться в гріхах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знають, що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у Господа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всім розповідати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хоче дарувати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щасливе майбуття.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мій голос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Бог дає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від сну проснулись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воскресли для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Понесу я вість чудову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знедолених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любов свята Христова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обійме ніжно їх.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прийду у край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 спасенними всіма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заспіваю гімн чудесний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2026-09-30T21:17:37Z</dcterms:created>
  <dcterms:modified xsi:type="dcterms:W3CDTF">2026-09-30T21:17:37Z</dcterms:modified>
</cp:coreProperties>
</file>