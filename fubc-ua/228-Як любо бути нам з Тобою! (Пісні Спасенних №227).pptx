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Ти, Спасе, в небо нас 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знемігся хто в дорозі,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 скорботах бережеш.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Тобою ми бажаєм,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віддаєм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небі, де життя безкрає,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славити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рани всі лікуєш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життєдайною водою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поїш спрагнені серця.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Тобою ми бажаєм,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віддаєм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небі, де життя безкрає,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славити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хліб небесний нам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хто стомився, до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Словом правди тих ведеш.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Тобою ми бажаєм,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віддаєм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небі, де життя безкрає,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славити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вічне дарував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небо стежкою вузькою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Твоя рука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Тобою ми бажаєм,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віддаєм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небі, де життя безкрає,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славити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 бути нам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 радість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прийдем в неземні простори,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оселі вічного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з Тобою ми бажаєм,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віддаєм себе,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небі, де життя безкрає,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славити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2026-09-30T21:17:51Z</dcterms:created>
  <dcterms:modified xsi:type="dcterms:W3CDTF">2026-09-30T21:17:51Z</dcterms:modified>
</cp:coreProperties>
</file>