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Юний цвіт життя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№228)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Юний цвіт життя, нашу молодість,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для Господа віддамо.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Золоті роки, свій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юначий вік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Спасителя свого.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98065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00031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32111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Тьма спокус і зла нас оточує,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попереду – буревій.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Христа вогні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ці останні дні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розставляєм на путі.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345334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52762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84842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і втомлює ця дорога нас,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йдемо вперед за Христом.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юначі дні,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нашу молодість,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віддамо Йому цілком.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66696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1400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63480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Друже, не страшись,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брате, будь стійким,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твій шлях в пітьмі йтиме знов.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шумить гроза,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знай: ти йдеш не сам,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завжди поруч твій Господь.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79398" y="354787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698" y="354787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0778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Друже мій, скоріш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присвяти Христу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найпрекрасніші юні дні.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святий вінець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дасть тобі Творець,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вічнім Царстві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будеш з Ним.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494255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03841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35921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2026-09-30T21:18:04Z</dcterms:created>
  <dcterms:modified xsi:type="dcterms:W3CDTF">2026-09-30T21:18:04Z</dcterms:modified>
</cp:coreProperties>
</file>