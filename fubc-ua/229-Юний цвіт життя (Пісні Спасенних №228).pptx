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Юний цвіт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№228)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Юний цвіт життя, нашу молодість,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для Господа віддамо.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Золоті роки, свій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юначий вік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Спасителя свого.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97125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00971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003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Тьма спокус і зла нас оточує,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попереду – буревій.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Христа вогні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ці останні дні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розставляєм на путі.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444394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53702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5276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і втомлює ця дорога нас,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йдемо вперед за Христом.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юначі дні,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нашу молодість,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віддамо Йому цілком.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65756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2340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3140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не страшись,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брате, будь стійким,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твій шлях в пітьмі йтиме знов.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шумить гроза,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знай: ти йдеш не сам,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поруч твій Господь.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78458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19638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18698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скоріш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присвяти Христу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найпрекрасніші юні дні.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святий вінець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тобі Творець,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вічнім Царстві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будеш з Ним.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93315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4781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03841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2026-09-30T21:44:37Z</dcterms:created>
  <dcterms:modified xsi:type="dcterms:W3CDTF">2026-09-30T21:44:37Z</dcterms:modified>
</cp:coreProperties>
</file>