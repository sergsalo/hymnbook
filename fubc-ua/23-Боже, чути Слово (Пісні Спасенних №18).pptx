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чути Слово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чути Слово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дозволив знову.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 дивний образ Твій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Книзі бачити святій.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вчуй благання,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в цім зібранні,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Свою пошли,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в вірі утверди.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Господи, нас знову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зігрівай любовʼю,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Словом правди нас навчай,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у небо направляй!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2026-09-25T20:13:24Z</dcterms:created>
  <dcterms:modified xsi:type="dcterms:W3CDTF">2026-09-25T20:13:24Z</dcterms:modified>
</cp:coreProperties>
</file>