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Як, Боже, хочеться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Як, Боже, хочеться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жити день при дні;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научи, як маю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своє проводити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в скорботах утішай,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зла й гріха охороняй,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святості жити вчи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славив я завжди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жити помагай,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мудрості й послуху навчай,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 Тобою йшов услід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Твій виконував Завіт.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2026-09-30T21:18:17Z</dcterms:created>
  <dcterms:modified xsi:type="dcterms:W3CDTF">2026-09-30T21:18:17Z</dcterms:modified>
</cp:coreProperties>
</file>