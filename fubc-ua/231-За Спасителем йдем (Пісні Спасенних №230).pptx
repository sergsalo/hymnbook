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Спасителем йдем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Спасителем йдем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у небо святе,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допоможе Він нам у путі.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 єднанні святім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прагнем бути із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завжди у покорі іти.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корись і Його завжди 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шляхом, що для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Спаситель проклав.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душі сум лежить,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 хмара затьмить,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все Він поможе пройти.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 і сум відженем,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з Ним перенесем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треба тільки в покорі іти.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корись і Його завжди 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шляхом, що для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Спаситель проклав.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несем тягарі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 важкій боротьбі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допоможе Спаситель тоді.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огорне нас жаль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як мучить печаль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 покорі за Ним будем йти.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корись і Його завжди 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шляхом, що для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Спаситель проклав.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Треба силу й красу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 віддати Христу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себе на вівтар принести.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 Бог щастя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себе віддає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хоче завжди в покорі іти.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корись і Його завжди 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шляхом, що для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Спаситель проклав.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 єднанні з Христом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заспіваєм псалом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союзі з Ним будем іти.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прямуймо за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введе в вічний дім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поллється там пісня хвали.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корись і Його завжди 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шляхом, що для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Спаситель проклав.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2026-09-30T21:18:31Z</dcterms:created>
  <dcterms:modified xsi:type="dcterms:W3CDTF">2026-09-30T21:18:31Z</dcterms:modified>
</cp:coreProperties>
</file>