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rows:2,1,1,1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 · rows:2,1,1,1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· 1/1 · rows:2,1,1,1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Вечірня зоря закривавила небо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№231)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Вечірня зоря закривавила небо,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згущається морок нічний,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жагучі потреби приносим до Тебе,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почуй нас, Ісусе благий.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Останнії сили слабіють порою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нерівній за правду борні,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Слово спокою готові з Тобою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нести по дорозі земній.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ми у кайдани ворожі закуті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сітка навколо стальна,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далеко від друзів, у світі забуті,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Ти памʼятаєш про нас.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стражданнях тяжких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душею втомились,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опорою нашою будь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голови сиві підняти дай сили,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знову бадьоро йти в путь.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півночі й півдні,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заході й сході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страждальців Своїх збережи,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часи неспокою Своєю рукою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їм сльози печалі утри.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Дітей і дружин 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молитві приносим,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скорботах Ти їх не покинь.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бурі і грози, за радість і сльози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Тобі, Боже, слава! Амінь.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2026-09-30T21:18:46Z</dcterms:created>
  <dcterms:modified xsi:type="dcterms:W3CDTF">2026-09-30T21:18:46Z</dcterms:modified>
</cp:coreProperties>
</file>