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хочу марно часу провести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№232)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хочу марно часу провести,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світлі правди за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Христом я буду йти.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Кожний час і кожну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мить свого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я віддати для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Понесу (понесу)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про Христа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(вість про Христа)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землі (по землі)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усі місця (в усі місця),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Його любов пізнали люди всі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блаженство вічне в Нім знайшли.</a:t>
            </a:r>
            <a:endParaRPr lang="en-US" sz="5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 багато гине у гріхах, в пітьмі.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сліз пролито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бідними людьми!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де людські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мучить марнота,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сказати хочу про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Понесу (понесу)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про Христа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(вість про Христа)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землі (по землі)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усі місця (в усі місця),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Його любов пізнали люди всі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блаженство вічне в Нім знайшли.</a:t>
            </a:r>
            <a:endParaRPr lang="en-US" sz="5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домах, де темрява гріха царить,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дітей молитися ніхто не вчить,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безчинство, пʼянство,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душах пустота,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звістити хочу про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Понесу (понесу)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про Христа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(вість про Христа)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землі (по землі)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усі місця (в усі місця),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Його любов пізнали люди всі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блаженство вічне в Нім знайшли.</a:t>
            </a:r>
            <a:endParaRPr lang="en-US" sz="51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2026-09-30T21:19:01Z</dcterms:created>
  <dcterms:modified xsi:type="dcterms:W3CDTF">2026-09-30T21:19:01Z</dcterms:modified>
</cp:coreProperties>
</file>