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1/1 · rows:1,2,2,1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 · rows:1,1,1,2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1/1 · rows:1,2,2,1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 · rows:1,1,1,2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· 1/1 · rows:1,1,2,1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 · rows:1,1,1,2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не хочу марно часу провести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(Пісні Спасенних №232)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не хочу марно часу провести,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світлі правди за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Христом я буду йти.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Кожний час і кожну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мить свого життя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хочу я віддати для Христа.</a:t>
            </a:r>
            <a:endParaRPr lang="en-US" sz="5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Понесу вість про Христа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землі в усі місця,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щоб Його любов пізнали люди всі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блаженство вічне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Нім знайшли.</a:t>
            </a:r>
            <a:endParaRPr lang="en-US" sz="5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Душ багато гине у гріхах, в пітьмі.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Скільки сліз пролито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бідними людьми!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Там, де людські душі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мучить марнота,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сказати хочу про Христа.</a:t>
            </a:r>
            <a:endParaRPr lang="en-US" sz="5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Понесу вість про Христа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землі в усі місця,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щоб Його любов пізнали люди всі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блаженство вічне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Нім знайшли.</a:t>
            </a:r>
            <a:endParaRPr lang="en-US" sz="5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 домах, де темрява гріха царить,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 дітей молитися ніхто не вчить,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 безчинство, пʼянство,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душах пустота,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звістити хочу про Христа.</a:t>
            </a:r>
            <a:endParaRPr lang="en-US" sz="5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Понесу вість про Христа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землі в усі місця,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щоб Його любов пізнали люди всі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блаженство вічне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Нім знайшли.</a:t>
            </a:r>
            <a:endParaRPr lang="en-US" sz="5200" dirty="0"/>
          </a:p>
        </p:txBody>
      </p:sp>
      <p:sp>
        <p:nvSpPr>
          <p:cNvPr id="3" name="Text 1"/>
          <p:cNvSpPr txBox="1"/>
          <p:nvPr/>
        </p:nvSpPr>
        <p:spPr>
          <a:xfrm>
            <a:off x="4270248" y="6263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2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2026-09-30T23:08:50Z</dcterms:created>
  <dcterms:modified xsi:type="dcterms:W3CDTF">2026-09-30T23:08:50Z</dcterms:modified>
</cp:coreProperties>
</file>