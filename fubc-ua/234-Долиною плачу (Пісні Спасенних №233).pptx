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· 1/1 · ||:3-4:|| · rows:1,1,2,2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· 1/1 · ||:3-4:|| · rows:2,1,2,2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· 1/1 · ||:3-4:|| · rows:2,1,2,2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· 1/1 · ||:3-4:|| · rows:1,2,2,2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Долиною плачу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(Пісні Спасенних №233)</a:t>
            </a:r>
            <a:endParaRPr lang="en-US" sz="5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Долиною плачу й скорботи іду я,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поранені ноги, нема сил іти.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 тяжко страждаю,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 душу турбує: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впасти б у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прірву гріха на путі.</a:t>
            </a:r>
            <a:endParaRPr lang="en-US" sz="5200" dirty="0"/>
          </a:p>
        </p:txBody>
      </p:sp>
      <p:sp>
        <p:nvSpPr>
          <p:cNvPr id="3" name="Shape 1"/>
          <p:cNvSpPr/>
          <p:nvPr/>
        </p:nvSpPr>
        <p:spPr>
          <a:xfrm>
            <a:off x="2601239" y="2755392"/>
            <a:ext cx="0" cy="297180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596857" y="2755392"/>
            <a:ext cx="0" cy="297180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695917" y="3921252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×2</a:t>
            </a:r>
            <a:endParaRPr lang="en-US" sz="3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100"/>
              </a:lnSpc>
              <a:buNone/>
            </a:pPr>
            <a:r>
              <a:rPr lang="en-US" sz="5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раз колючками</a:t>
            </a:r>
            <a:endParaRPr lang="en-US" sz="5100" dirty="0"/>
          </a:p>
          <a:p>
            <a:pPr algn="ctr" indent="0" marL="0">
              <a:lnSpc>
                <a:spcPts val="6100"/>
              </a:lnSpc>
              <a:buNone/>
            </a:pPr>
            <a:r>
              <a:rPr lang="en-US" sz="5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був одяг роздертий,</a:t>
            </a:r>
            <a:endParaRPr lang="en-US" sz="5100" dirty="0"/>
          </a:p>
          <a:p>
            <a:pPr algn="ctr" indent="0" marL="0">
              <a:lnSpc>
                <a:spcPts val="6100"/>
              </a:lnSpc>
              <a:buNone/>
            </a:pPr>
            <a:r>
              <a:rPr lang="en-US" sz="5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 серце втомилось у грудях давно.</a:t>
            </a:r>
            <a:endParaRPr lang="en-US" sz="5100" dirty="0"/>
          </a:p>
          <a:p>
            <a:pPr algn="ctr" indent="0" marL="0">
              <a:lnSpc>
                <a:spcPts val="6100"/>
              </a:lnSpc>
              <a:buNone/>
            </a:pPr>
            <a:r>
              <a:rPr lang="en-US" sz="5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Гріх всюди панує, і</a:t>
            </a:r>
            <a:endParaRPr lang="en-US" sz="5100" dirty="0"/>
          </a:p>
          <a:p>
            <a:pPr algn="ctr" indent="0" marL="0">
              <a:lnSpc>
                <a:spcPts val="6100"/>
              </a:lnSpc>
              <a:buNone/>
            </a:pPr>
            <a:r>
              <a:rPr lang="en-US" sz="5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скрізь – подих смерті,</a:t>
            </a:r>
            <a:endParaRPr lang="en-US" sz="5100" dirty="0"/>
          </a:p>
          <a:p>
            <a:pPr algn="ctr" indent="0" marL="0">
              <a:lnSpc>
                <a:spcPts val="6100"/>
              </a:lnSpc>
              <a:buNone/>
            </a:pPr>
            <a:r>
              <a:rPr lang="en-US" sz="5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знаю, що стріти</a:t>
            </a:r>
            <a:endParaRPr lang="en-US" sz="5100" dirty="0"/>
          </a:p>
          <a:p>
            <a:pPr algn="ctr" indent="0" marL="0">
              <a:lnSpc>
                <a:spcPts val="6100"/>
              </a:lnSpc>
              <a:buNone/>
            </a:pPr>
            <a:r>
              <a:rPr lang="en-US" sz="5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мене може знов.</a:t>
            </a:r>
            <a:endParaRPr lang="en-US" sz="5100" dirty="0"/>
          </a:p>
        </p:txBody>
      </p:sp>
      <p:sp>
        <p:nvSpPr>
          <p:cNvPr id="3" name="Shape 1"/>
          <p:cNvSpPr/>
          <p:nvPr/>
        </p:nvSpPr>
        <p:spPr>
          <a:xfrm>
            <a:off x="2317452" y="3156966"/>
            <a:ext cx="0" cy="2914650"/>
          </a:xfrm>
          <a:prstGeom prst="line">
            <a:avLst/>
          </a:prstGeom>
          <a:noFill/>
          <a:ln w="24912">
            <a:solidFill>
              <a:srgbClr val="8A8A8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880644" y="3156966"/>
            <a:ext cx="0" cy="2914650"/>
          </a:xfrm>
          <a:prstGeom prst="line">
            <a:avLst/>
          </a:prstGeom>
          <a:noFill/>
          <a:ln w="24912">
            <a:solidFill>
              <a:srgbClr val="8A8A8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977799" y="4294251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×2</a:t>
            </a:r>
            <a:endParaRPr lang="en-US" sz="3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 смертні страждання,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 подвиг величний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долиною плачу Господь мій ішов.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 Ним шлях життєвий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направив я в вічність –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 мир благодатний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 серце ввійшов.</a:t>
            </a:r>
            <a:endParaRPr lang="en-US" sz="5200" dirty="0"/>
          </a:p>
        </p:txBody>
      </p:sp>
      <p:sp>
        <p:nvSpPr>
          <p:cNvPr id="3" name="Shape 1"/>
          <p:cNvSpPr/>
          <p:nvPr/>
        </p:nvSpPr>
        <p:spPr>
          <a:xfrm>
            <a:off x="2018106" y="3151632"/>
            <a:ext cx="0" cy="297180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179990" y="3151632"/>
            <a:ext cx="0" cy="297180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279050" y="4317492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×2</a:t>
            </a:r>
            <a:endParaRPr lang="en-US" sz="3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Долиною плачу й скорботи іду я,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несу хрест покірно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юдолі земній,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 світло небесне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надію дарує,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бо вічність вже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сяє мені вдалині.</a:t>
            </a:r>
            <a:endParaRPr lang="en-US" sz="5200" dirty="0"/>
          </a:p>
        </p:txBody>
      </p:sp>
      <p:sp>
        <p:nvSpPr>
          <p:cNvPr id="3" name="Shape 1"/>
          <p:cNvSpPr/>
          <p:nvPr/>
        </p:nvSpPr>
        <p:spPr>
          <a:xfrm>
            <a:off x="3014650" y="3151632"/>
            <a:ext cx="0" cy="297180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83446" y="3151632"/>
            <a:ext cx="0" cy="297180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282506" y="4317492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×2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4270248" y="62636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***</a:t>
            </a:r>
            <a:endParaRPr lang="en-US" sz="2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2026-09-30T21:44:39Z</dcterms:created>
  <dcterms:modified xsi:type="dcterms:W3CDTF">2026-09-30T21:44:39Z</dcterms:modified>
</cp:coreProperties>
</file>