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Долиною плачу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№233)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Долиною плачу й скорботи іду 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поранені ноги, нема сил іти.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тяжко страждаю,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душу турбує: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впасти б 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прірву гріха на путі.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502179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5917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27997" y="401015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раз колючками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був одяг роздертий,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серце втомилось у грудях давно.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 всюди панує, і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скрізь – подих смерті,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знаю, що стріти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може знов.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2220297" y="3156966"/>
            <a:ext cx="0" cy="291465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77799" y="3156966"/>
            <a:ext cx="0" cy="291465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07339" y="4383151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смертні страждання,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подвиг величний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долиною плачу Господь мій ішов.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Ним шлях життєвий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направив я в вічність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мир благодатний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серце ввійшов.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19046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79050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11130" y="440639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Долиною плачу й скорботи іду 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несу хрест покірно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юдолі земній,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світло небесне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надію дарує,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вічність вже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сяє мені вдалині.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915590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2506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14586" y="440639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2026-09-30T21:19:14Z</dcterms:created>
  <dcterms:modified xsi:type="dcterms:W3CDTF">2026-09-30T21:19:14Z</dcterms:modified>
</cp:coreProperties>
</file>