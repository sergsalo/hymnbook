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Вночі і вдень, мій Боже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Вночі і вдень, мій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погляд на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Ти щасливим робиш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шлях земний.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Боже, твердо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навіки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любові прагну щирій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пройти свій шлях земний.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не маю сили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життєвій боротьбі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молюсь всім серцем щиро,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Боже, твердо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навіки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любові прагну щирій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пройти свій шлях земний.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радості в цім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вже чужі,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для Тебе жити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я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Боже, твердо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навіки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любові прагну щирій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пройти свій шлях земний.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2026-09-30T21:19:25Z</dcterms:created>
  <dcterms:modified xsi:type="dcterms:W3CDTF">2026-09-30T21:19:25Z</dcterms:modified>
</cp:coreProperties>
</file>