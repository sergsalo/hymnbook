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Спасе, Ти любов явив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№235)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Спасе, Ти любов явив мені.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чим віддячу я за це Тобі?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мольбу почуй,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серцем моїм керуй,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храм Свій у нім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збудуй, Боже, Собі.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я несу скорботи всі,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знайти в Тобі радість душі.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сили хрест 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нарікання 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вірність зберегти, Боже,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жити, як Ти вчив, бажаю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ревно звершати труд усе життя!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вірі дай рости,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всіх вести,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добрий плід принести, Боже,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і все моє візьми Собі,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служити поможи завжди Тобі.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скінчу життя, то буду в небі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славити без кінця, Боже, Тебе!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2026-09-30T21:19:39Z</dcterms:created>
  <dcterms:modified xsi:type="dcterms:W3CDTF">2026-09-30T21:19:39Z</dcterms:modified>
</cp:coreProperties>
</file>