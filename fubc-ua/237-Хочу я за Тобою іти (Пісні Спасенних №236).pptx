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за Тобою 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за Тобою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куди б Ти не вів,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тягарі всі 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потрібних подай у борні.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я знесилюсь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подай допомогу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за Тобою іти,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 Тобою до цілі дійду.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приємно з Тобою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мені посміхається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 в бурю мені 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до вічних прекрасних осель.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я знесилюсь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подай допомогу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за Тобою іти,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 Тобою до цілі дійду.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Покладатись на Тебе навчай,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твердість віри в мені збережи,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спокусах мене не лишай,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страждання нести поможи.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я знесилюсь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подай допомогу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за Тобою іти,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 Тобою до цілі дійду.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2026-09-30T21:19:52Z</dcterms:created>
  <dcterms:modified xsi:type="dcterms:W3CDTF">2026-09-30T21:19:52Z</dcterms:modified>
</cp:coreProperties>
</file>