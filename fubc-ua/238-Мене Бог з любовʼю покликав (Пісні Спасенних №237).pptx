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Бог з любовʼю покликав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№237)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Бог з любовʼю покликав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дороги гріха й марноти,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явив милосердя велике: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провини навіки простив.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я під Божим покровом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мене бажання одне: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нести у цей світ правди Слово,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може змінити людей.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Господу хочу служити,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віддавши Йому все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всіх безкорисно любити,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сповняючи Слово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хочу багатства земного,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прагну я славу знайти,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живу, щоб прославити Бога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тут, і в краю неземнім.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2026-09-30T21:20:04Z</dcterms:created>
  <dcterms:modified xsi:type="dcterms:W3CDTF">2026-09-30T21:20:04Z</dcterms:modified>
</cp:coreProperties>
</file>