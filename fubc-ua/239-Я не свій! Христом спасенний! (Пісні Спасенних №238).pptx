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не свій! Христом спасенний!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№238)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не свій! Христом спасенний!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належу вже Йому!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життя віддав за мене,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серцем я Йому служу.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Твій! Я Твій!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Ісусе, я вже Твій, навіки Твій.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Все, що маю, я бажаю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 до ніг Твоїх.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не свій! Христос Спаситель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 Порадником душі.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навчає свято жити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за Ним в покорі йти.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Твій! Я Твій!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Ісусе, я вже Твій, навіки Твій.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Все, що маю, я бажаю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 до ніг Твоїх.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не свій! Христу Ісусу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присвятив назавжди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розум, здібності і душу,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серце, волю, все життя.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Твій! Я Твій!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Ісусе, я вже Твій, навіки Твій.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Все, що маю, я бажаю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 до ніг Твоїх.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не свій! Бог милостивий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мене Своїм назвав.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Царство вічне непохитне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мені приготував.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Твій! Я Твій!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Ісусе, я вже Твій, навіки Твій.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Все, що маю, я бажаю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 до ніг Твоїх.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2026-09-30T23:08:54Z</dcterms:created>
  <dcterms:modified xsi:type="dcterms:W3CDTF">2026-09-30T23:08:54Z</dcterms:modified>
</cp:coreProperties>
</file>