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Молитви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Молитви час, приємний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дарує нині Бог для нас.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Молитва – вдячність від душі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крик благальний у журбі.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Молитва – покаяння плач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втіха у часи невдач.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навчив молитись нас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любімо ж ми молитви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до Господа прийдім,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потреби всі Йому несім: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може нам допомогти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нападки зла перемогти.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Приємно й радісно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всім збиратися сюди.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Дух Святий зʼєднає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дивний цей молитви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молитви час нам Бог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запоруку перемог.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молитві з вірою ми всі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черпаєм силу для душі.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завжди і Христос робив,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 землі у тілі жив.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є прикладом для нас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любімо й ми молитви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2026-09-25T20:15:53Z</dcterms:created>
  <dcterms:modified xsi:type="dcterms:W3CDTF">2026-09-25T20:15:53Z</dcterms:modified>
</cp:coreProperties>
</file>