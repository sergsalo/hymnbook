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Господи! Мою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Господи! Мою безсмертну душу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 тенет гріховних врятував.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я нічого не порушив,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Тобі в молитві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своїм життям святим і чистим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Тебе постійно прославляв,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обітниці мої врочисті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лишались тільки на словах.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молитва щира і гаряча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душі у небеса пливла,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 всіх печалях і невдачах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змовкали вдячність і хвала.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Стільки років я блукав в пустелі...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 в душі звершив переворот.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мій! Веди в Свої оселі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пітьми печалей і турбот.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до всіх любов являти щиру,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забуваючи цілком себе.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життям посвячення і віри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зможу я прославити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2026-09-30T21:20:31Z</dcterms:created>
  <dcterms:modified xsi:type="dcterms:W3CDTF">2026-09-30T21:20:31Z</dcterms:modified>
</cp:coreProperties>
</file>