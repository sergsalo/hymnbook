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1/1 · ||:4-4:||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1/1 · ||:4-4:||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1/1 · ||:4-4:||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· 1/1 · ||:4-4:||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· 1/1 · ||:4-4:||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· 1/1 · ||:4-4:||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Боже мій, свої всі дні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(Пісні Спасенних №240)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Боже мій, свої всі дні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присвячую Тобі.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Хай в життєву кожну мить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лиш Тобі хвала звучить!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1722247" y="434035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475849" y="434035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07929" y="4406392"/>
            <a:ext cx="79248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2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Руки Ти візьми мої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святі діла Свої;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дай ногам ходити там,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 велиш мені Ти Сам.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2051787" y="434035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146309" y="434035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278389" y="4406392"/>
            <a:ext cx="79248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2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Освяти мої уста,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щоб хвалив Твоє Імʼя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усім, хто у пітьмі,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вість про Тебе міг нести.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1685265" y="434035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12831" y="434035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44911" y="4406392"/>
            <a:ext cx="79248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2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 добро, прибутки всі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вівтар кладу я Твій.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Поселися в серці Сам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збудуй у ньому храм.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2040890" y="434035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157206" y="434035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289286" y="4406392"/>
            <a:ext cx="79248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2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Боже, я Тебе молю: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волю покори мою,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щоби слух сердечний свій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відкривав на голос Твій.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1720266" y="434035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477830" y="434035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09910" y="4406392"/>
            <a:ext cx="79248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2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Тобі все віддаю.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Жертву Ти прийми мою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керуй життям моїм,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щоб я був цілком Твоїм.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1782674" y="434035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415422" y="434035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47502" y="4406392"/>
            <a:ext cx="79248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270248" y="6263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2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2026-09-30T21:20:43Z</dcterms:created>
  <dcterms:modified xsi:type="dcterms:W3CDTF">2026-09-30T21:20:43Z</dcterms:modified>
</cp:coreProperties>
</file>