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свої всі 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№240)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свої всі дні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присвячую Тобі.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 життєву кожну мить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Тобі хвала звучить!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21307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6789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5849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Руки Ти візьми мої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святі діла Свої;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ногам ходити там,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велиш мені Ти Сам.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50847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47249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6309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Освяти мої уста,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хвалив Твоє Імʼя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усім, хто у пітьмі,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про Тебе міг нести.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84325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13771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2831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добро, прибутки всі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вівтар кладу я Твій.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Поселися в серці Сам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збудуй у ньому храм.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39950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146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57206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я Тебе молю: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волю покори мою,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слух сердечний свій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відкривав на голос Твій.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19326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770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783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Тобі все віддаю.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Жертву Ти прийми мою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керуй життям моїм,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був цілком Твоїм.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81734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16362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15422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2026-09-30T21:44:41Z</dcterms:created>
  <dcterms:modified xsi:type="dcterms:W3CDTF">2026-09-30T21:44:41Z</dcterms:modified>
</cp:coreProperties>
</file>