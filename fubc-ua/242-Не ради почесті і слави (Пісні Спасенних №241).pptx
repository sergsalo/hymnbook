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ради почесті і слави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№241)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ради почесті і слави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неба, Боже, лину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шлях земний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важкий, кривавий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томиться душа моя,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я сподвижник Твій і воїн,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 за Тебе у борні.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прагну слави я людської,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треба почесті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ради вічного спокою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неба, Боже, лину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в праці стомлююсь порою,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трудитись хочу я,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труд святий – це насолода,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радість, утіха в нім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в небі буде нагорода,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мій Ісус – моя мета.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ради вічних благ нетлінних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неба, Боже, лину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дав душі моїй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не загинув у гріхах;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дух в життя нове покликав,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світлом любові осінив.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ласка ця така велика!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це я й мріяти не смів!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ради щастя неземного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неба, Боже, лину 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славити лиш Тебе, Святого,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прагне завжди душа моя!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поки на землі я тлінній,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недосконалий голос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 небі зможу гімн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достойний принести Тобі.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2026-09-30T21:20:54Z</dcterms:created>
  <dcterms:modified xsi:type="dcterms:W3CDTF">2026-09-30T21:20:54Z</dcterms:modified>
</cp:coreProperties>
</file>