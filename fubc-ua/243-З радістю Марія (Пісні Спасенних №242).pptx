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rows:1,2,1,1,1,1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радістю Марія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№242)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радістю Марія біля ніг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слухала уважно істини слова.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Прагнула вона знайти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кращу частку для душі.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також бажаю біля ніг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покорі вчитись все своє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Господу Марія миро принесла,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все, що найдорожче,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жертву віддала.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Щирий дар Христос прийняв,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вчинок цей всім в приклад дав.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також бажаю біля ніг Христа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жертвенно служити все своє життя.</a:t>
            </a:r>
            <a:endParaRPr lang="en-US" sz="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Плакала Марія, що Христа нема,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Його у гробі вранці не знайшла,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Ісус Христос живий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саду явився їй.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також бажаю біля ніг Христа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радість, спокій мати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своє життя.</a:t>
            </a:r>
            <a:endParaRPr lang="en-US" sz="51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2026-09-30T21:21:06Z</dcterms:created>
  <dcterms:modified xsi:type="dcterms:W3CDTF">2026-09-30T21:21:06Z</dcterms:modified>
</cp:coreProperties>
</file>