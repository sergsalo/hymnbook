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rows:2,1,1,1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rows:2,1,1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rows:2,1,1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rows:2,1,2,1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 · ||:1-1:|| · rows:2,1,1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шляхом вузьким йду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№243)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шляхом вузьким йду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небесний мій дім,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 інших нема доріг.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Небеса святі не побачать ті,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живуть в злі і чинять гріх.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вузький в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небеса веде, веде.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скорботах всіх утішаюсь я: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вузький в небеса веде.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802992" y="196291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95104" y="196291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94164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Хочу я іти тим шляхом у житті,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яким йшов Спаситель мій.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прийду туди, де мій Бог царить,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закінчу свій шлях земний.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вузький в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небеса веде, веде.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скорботах всіх утішаюсь я: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вузький в небеса веде.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802992" y="196291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95104" y="196291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94164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дорога зла, що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загибель вела,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вабить тепер мене.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з Христом моїм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йду в небесний дім,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місто сяюче, неземне.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вузький в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небеса веде, веде.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скорботах всіх утішаюсь я: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шлях вузький в небеса веде.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2802992" y="196291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95104" y="1962912"/>
            <a:ext cx="0" cy="138684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94164" y="23362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2026-09-30T21:44:44Z</dcterms:created>
  <dcterms:modified xsi:type="dcterms:W3CDTF">2026-09-30T21:44:44Z</dcterms:modified>
</cp:coreProperties>
</file>