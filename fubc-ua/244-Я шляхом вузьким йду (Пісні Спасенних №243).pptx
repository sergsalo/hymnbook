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шляхом вузьким йду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№243)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шляхом вузьким йду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мій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інших нема доріг.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Небеса святі не побачать 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живуть в злі і чинять гріх.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вузький 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небеса веде, веде.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скорботах всіх утішаюсь я: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вузький в небеса веде.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03932" y="19629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4164" y="19629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26244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я іти тим шляхом у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яким йшов Спаситель мій.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прийду туди, де мій Бог царить,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закінчу свій шлях земний.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вузький 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небеса веде, веде.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скорботах всіх утішаюсь я: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вузький в небеса веде.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03932" y="19629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4164" y="19629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26244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дорога зла, що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загибель вела,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вабить тепер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Христом моїм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в небесний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місто сяюче, неземне.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вузький 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небеса веде, веде.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скорботах всіх утішаюсь я: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вузький в небеса веде.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03932" y="19629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4164" y="19629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26244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2026-09-30T21:21:17Z</dcterms:created>
  <dcterms:modified xsi:type="dcterms:W3CDTF">2026-09-30T21:21:17Z</dcterms:modified>
</cp:coreProperties>
</file>