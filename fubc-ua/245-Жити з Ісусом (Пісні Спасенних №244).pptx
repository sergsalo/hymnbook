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Ісусом і вмерти з Ним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долі нам не знайти!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Варто смирятись,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варто боротись,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ради Нього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варто знести.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115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6943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023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Ісусом будем всякчас,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лякала тінь смерті нас.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нарікання і без вагання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працюймо, поки є час.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031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9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7054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Ісусом – хрест свій нести,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 і неправду перемогти,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щоб, шлях звершивши,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зберігши,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безсмертя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увійти.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44472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53624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85704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2026-09-30T21:21:30Z</dcterms:created>
  <dcterms:modified xsi:type="dcterms:W3CDTF">2026-09-30T21:21:30Z</dcterms:modified>
</cp:coreProperties>
</file>