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||:3-4:|| · rows:1,1,2,2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||:3-4:|| · rows:1,1,2,2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Жити з Ісусом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№244)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Жити з Ісусом і вмерти з Ним –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кращої долі нам не знайти!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Варто смирятись,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варто боротись,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ради Нього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варто знести.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920213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77883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76943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Жити з Ісусом будем всякчас,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 би лякала тінь смерті нас.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нарікання і без вагання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щиро працюймо, поки є час.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202182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95914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94974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Жити з Ісусом – хрест свій нести,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зло і неправду перемогти,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щоб, шлях звершивши,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віру зберігши,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славу безсмертя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Ним увійти.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043532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54564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53624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2026-09-30T21:44:46Z</dcterms:created>
  <dcterms:modified xsi:type="dcterms:W3CDTF">2026-09-30T21:44:46Z</dcterms:modified>
</cp:coreProperties>
</file>