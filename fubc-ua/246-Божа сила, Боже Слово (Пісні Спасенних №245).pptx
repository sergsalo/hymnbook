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сила, Боже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сила, Боже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наповнять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святий вогонь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не згас.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хай Господь єднає,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вчить і помагає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тяжкий 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де сліз нема й розлуки,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ми йдем,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наших уст лунають звуки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радісних пісень.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буде з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наш оплот,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 добра шляхами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святий народ.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Надихай нас, вічний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правду в світ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почув про Тебе кожен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душу міг спасти.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Посилай згори нам силу,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мудрість дай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скрізь звіщали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про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потіш усіх спасенних,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правді утверди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крізь зла гріховну темінь,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Ревність дай до Твого діла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святу,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життя не пролетіло,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порожній звук.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2026-09-30T21:21:42Z</dcterms:created>
  <dcterms:modified xsi:type="dcterms:W3CDTF">2026-09-30T21:21:42Z</dcterms:modified>
</cp:coreProperties>
</file>