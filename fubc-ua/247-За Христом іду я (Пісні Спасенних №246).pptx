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іду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№246)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іду я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небесний вічний,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дарує сили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бути вірним.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моя опора, я Йому молюся: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«Поможи мені 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слідах Ісуса!»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іду я, хоч важка дорога,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 несу покірно,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даний вічним Богом.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пітьмі гріховній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не томлюся,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завжди готовий по слідах Ісуса.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іду я, хоч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кругом тривожно,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мій підкріпляє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любові Божий.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відкидаю всі земні спокуси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прямую далі по слідах Ісуса.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іду я, Він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мій Відкупитель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всіх недугів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мій Зцілитель.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є воскресіння – смерті не боюся,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у край прекрасний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слідах Ісуса.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іду я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бажаний, милий,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кругом бушує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ураган жахливий.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благодаті Божій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кожний день кріплюся.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іти поможе по слідах Ісуса.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2026-09-30T21:21:54Z</dcterms:created>
  <dcterms:modified xsi:type="dcterms:W3CDTF">2026-09-30T21:21:54Z</dcterms:modified>
</cp:coreProperties>
</file>