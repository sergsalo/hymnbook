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мій, дай сил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№247)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мій, дай сил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завжди служив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щоденно лиш для Тебе жив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понад все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любив, Тебе любив.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Тут, на землі, і в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прославлю я Тебе в піснях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доброту і за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яке в Тобі вже маю я, вже маю 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мій, допоможи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вість у світ нести,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розповісти всім про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дає нове життя, нове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Тут, на землі, і в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прославлю я Тебе в піснях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доброту і за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яке в Тобі вже маю я, вже маю 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дай іти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Твоїм всі дні земні,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нещасним всім допомогти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й мир в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знайти, в Тобі знайти.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Тут, на землі, і в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прославлю я Тебе в піснях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доброту і за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яке в Тобі вже маю я, вже маю 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2026-09-30T21:22:06Z</dcterms:created>
  <dcterms:modified xsi:type="dcterms:W3CDTF">2026-09-30T21:22:06Z</dcterms:modified>
</cp:coreProperties>
</file>