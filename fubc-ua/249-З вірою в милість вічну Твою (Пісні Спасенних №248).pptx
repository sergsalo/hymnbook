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в милість вічну Твою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№248)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в милість вічну Твою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я іду!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радість небес, в Вітчизну святу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вічне блаженство йду від біди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убозтва – до повноти,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дивну свободу від тісноти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підлягання владі гріхів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я іду!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всі мої провини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Твоя мене берегла,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поїла із джерела.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же Тобі не змовкне хвала,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всі вагання Ти віддалив,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я іду!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Волю мою щоб Ти покорив,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зростав в любові святій,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йшов щоденно в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благодаті завжди міцнів,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зло і смерть панують навкруг,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я іду!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Твоє втішає мій дух,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немочі Ти мене укріпиш,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справу Свою в мені Ти звершиш,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візьмеш мене в оселі святих;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Тебе, Боже, йду!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2026-09-30T21:22:18Z</dcterms:created>
  <dcterms:modified xsi:type="dcterms:W3CDTF">2026-09-30T21:22:18Z</dcterms:modified>
</cp:coreProperties>
</file>