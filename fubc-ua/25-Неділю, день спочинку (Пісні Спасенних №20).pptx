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Неділю, день спочинку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Неділю, день спочинку,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нам Бог в житті,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молитов, утіхи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зміцнення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неділю ми в родину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збираємось одну,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співаємо Творцеві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псалми, хвалу святу.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день перший, у неділю,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світло утворив,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неділю Бог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мертвих воскресив.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Апостолам в неділю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Духа з неба 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відвагу в них збудивши,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проповідь послав.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неділю, день Господній,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зміцняється душа,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краще ми сповняли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Господні всі слова.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і честь Отцеві,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Синові Його,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Духові Святому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радість дня цього!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2026-09-25T20:17:54Z</dcterms:created>
  <dcterms:modified xsi:type="dcterms:W3CDTF">2026-09-25T20:17:54Z</dcterms:modified>
</cp:coreProperties>
</file>