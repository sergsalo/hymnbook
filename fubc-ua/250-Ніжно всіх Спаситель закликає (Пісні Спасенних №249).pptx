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всіх Спаситель закликає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всіх Спаситель закликає,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кожну душу хоче Він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провини грішникам прощає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бажає в небо їх ввести.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дорогий (дорогий),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бажаю за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(бажаю йти).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піду, куди вестимеш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(вестимеш Ти)!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Христі спасіння вічне маю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із душі Йому хвала,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гріхах мільйони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 страждають,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треба рятувати їх від зла.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дорогий (дорогий),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бажаю за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(бажаю йти).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піду, куди вестимеш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(вестимеш Ти)!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на землі прожити свято,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до Христа людей вести,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Спаситель міг мені сказати: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«Ти був вірний –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увійди!»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дорогий (дорогий),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бажаю за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(бажаю йти).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(Боже мій),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піду, куди вестимеш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(вестимеш Ти)!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2026-09-30T21:22:31Z</dcterms:created>
  <dcterms:modified xsi:type="dcterms:W3CDTF">2026-09-30T21:22:31Z</dcterms:modified>
</cp:coreProperties>
</file>