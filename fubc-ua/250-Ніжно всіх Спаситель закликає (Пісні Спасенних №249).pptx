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rows:1,1,2,1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rows:1,1,1,2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Ніжно всіх Спаситель закликає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№249)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Ніжно всіх Спаситель закликає,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кожну душу хоче Він спасти,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 провини грішникам прощає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бажає в небо їх ввести.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Боже мій, дорогий,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бажаю за Тобою йти.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Боже мій, дорогий,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піду, куди вестимеш Ти!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 Христі спасіння вічне маю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лине із душі Йому хвала,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в гріхах мільйони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душ страждають,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треба рятувати їх від зла.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Боже мій, дорогий,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бажаю за Тобою йти.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Боже мій, дорогий,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піду, куди вестимеш Ти!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Хочу на землі прожити свято,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хочу до Христа людей вести,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Спаситель міг мені сказати: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«Ти був вірний – в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Царство увійди!»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Боже мій, дорогий,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бажаю за Тобою йти.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Боже мій, дорогий,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піду, куди вестимеш Ти!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2026-09-30T23:08:57Z</dcterms:created>
  <dcterms:modified xsi:type="dcterms:W3CDTF">2026-09-30T23:08:57Z</dcterms:modified>
</cp:coreProperties>
</file>