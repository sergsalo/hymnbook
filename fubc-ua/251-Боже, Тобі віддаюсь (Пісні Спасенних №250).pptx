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Тобі віддаюсь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№250)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Тобі віддаюсь,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щиро до Тебе молюсь: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мною в житті управляй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небеса направляй.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проявив любов: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мене знайшов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віру в серце 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Тебе прославляв.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темряві зла гине світ,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 людських душ не спить: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хоче, щоб гріх я чинив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щоб йому я служив.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Тебе молю: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пошли Свою,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захист мені подай,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битві з гріхом укріпляй.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бажаю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святості і чистоті,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скрізь являти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зло покривати добром.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милості повний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Допоможи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вірним був я Тобі.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Прийдеш Ти скоро з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Церкву Свою забереш.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приготуй і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гідним зустрів щоб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небесах святих,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знаю, мене ждеш Ти;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введеш Своє,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прославлю Тебе!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2026-09-30T21:22:44Z</dcterms:created>
  <dcterms:modified xsi:type="dcterms:W3CDTF">2026-09-30T21:22:44Z</dcterms:modified>
</cp:coreProperties>
</file>