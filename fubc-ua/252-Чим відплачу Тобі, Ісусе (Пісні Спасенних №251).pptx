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відплачу Тобі, Ісусе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відплачу Тобі,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милість, ласку і любов?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переніс страшні спокуси,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пролив за мене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бажаю я прославляти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Твоє святе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спасіння завжди звіщати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грішному світі хочу 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гріх тяжкий свій відкриваю,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Твоїх його кладу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щиро я Тебе благаю: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всю мою прости вину.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бажаю я прославляти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Твоє святе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спасіння завжди звіщати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грішному світі хочу 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предвічне, вість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нехай живе моїм.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дивний шлях зі світу тління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тепер вказати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бажаю я прославляти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Твоє святе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спасіння завжди звіщати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грішному світі хочу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2026-09-30T21:22:56Z</dcterms:created>
  <dcterms:modified xsi:type="dcterms:W3CDTF">2026-09-30T21:22:56Z</dcterms:modified>
</cp:coreProperties>
</file>