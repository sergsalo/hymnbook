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 Того, Кого обмила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№252)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 Того, Кого обмила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сльозами грішниця одна,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Ісуса полюбила,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 і віруй, як вона!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Люби, люби Його веління,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любить, в тім любов живе,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того лиш одне стремління: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віддати Господу усе.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Господь, в любові безконечний,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людей безмірно любить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бажає, щоб сердечно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любив без користі ти їх.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не горда, не чванлива,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мислить і не чинить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не заздрісна, правдива,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довірлива, проста.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все терпить, все прощає,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покриває, зносить все.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Тут, на землі, усе минає,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любов повік живе.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2026-09-30T21:23:07Z</dcterms:created>
  <dcterms:modified xsi:type="dcterms:W3CDTF">2026-09-30T21:23:07Z</dcterms:modified>
</cp:coreProperties>
</file>