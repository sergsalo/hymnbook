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нам знамено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непереможне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нам знамено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непереможне.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Вище піднімем його в час погроз!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і встає ворог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Церкву Божу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перемогу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наш Христос!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в бій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з піснею йдем!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без нарікання,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переможем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лиш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Вийдем рішуче за стан до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 Його смерть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розкажемо всім.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Ним страждає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долає спокуси,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царюватиме разом із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в бій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з піснею йдем!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без нарікання,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переможем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лиш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зносим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безчестя від світу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сповіщаємо всім про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бережемо Його заповіти,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славлять Його щиро наші уста.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в бій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з піснею йдем!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без нарікання,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переможем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лиш з Христом!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дарована сила від Бога,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ворога нею Христос подолав,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одержим і ми перемогу: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помагати Він нам обіцяв.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в бій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з піснею йдем!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за Ісусом, без нарікання,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переможем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Христом, лиш з Христом!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2026-09-30T23:09:00Z</dcterms:created>
  <dcterms:modified xsi:type="dcterms:W3CDTF">2026-09-30T23:09:00Z</dcterms:modified>
</cp:coreProperties>
</file>