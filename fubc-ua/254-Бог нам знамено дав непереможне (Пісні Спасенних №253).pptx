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 · rows:2,1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rows:2,1,2,2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rows:1,2,1,2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rows:1,2,2,1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rows:1,2,1,2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rows:2,1,1,1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rows:1,2,1,2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rows:1,2,1,2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нам знамено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дав непереможне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№253)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нам знамено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дав непереможне.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Вище піднімем його в час погроз!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 і встає ворог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Церкву Божу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дасть перемогу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Господь наш Христос!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в бій без вагання,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радісно з піснею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(все вперед)!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без нарікання,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переможем з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Христом, лиш з Христом!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Вийдем рішуче за стан до Ісуса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про Його смерть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розкажемо всім.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з Ним страждає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 долає спокуси,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той царюватиме разом із Ним.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в бій без вагання,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радісно з піснею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(все вперед)!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без нарікання,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переможем з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Христом, лиш з Христом!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радістю зносим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безчестя від світу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сповіщаємо всім про Христа.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бережемо Його заповіти,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славлять Його щиро наші уста.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в бій без вагання,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радісно з піснею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(все вперед)!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без нарікання,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переможем з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Христом, лиш з Христом!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Вірним дарована сила від Бога,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ворога нею Христос подолав,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нею одержим і ми перемогу: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 помагати Він нам обіцяв.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в бій без вагання,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радісно з піснею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йдем (все вперед)!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за Ісусом, без нарікання,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переможем з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Христом, лиш з Христом!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2026-09-30T21:23:19Z</dcterms:created>
  <dcterms:modified xsi:type="dcterms:W3CDTF">2026-09-30T21:23:19Z</dcterms:modified>
</cp:coreProperties>
</file>