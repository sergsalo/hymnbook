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все життя віддав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№254)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все життя віддав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Ти любов явив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грішну душу спас навік,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благий!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я живу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Ти заради мене вмер,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всі сльози Ти обтер,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благий!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Страждав за мене на хресті,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гріхи мої простив 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щастя й радість дав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благий!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вірю, знаю: Ти введеш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туди, де Сам живеш.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Спасенним небо Ти 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благий!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2026-09-30T21:23:32Z</dcterms:created>
  <dcterms:modified xsi:type="dcterms:W3CDTF">2026-09-30T21:23:32Z</dcterms:modified>
</cp:coreProperties>
</file>