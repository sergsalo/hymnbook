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Маю в серці палке бажання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№255)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Маю в серці палке бажання: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чути, Боже, Тебе завжди,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Тобою іти слухняно,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слів триматись Твоїх в житті.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Одного, Боже мій,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житті прагну я.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Одного прагну я: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 Твоє прославляти Імʼя!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Маю в серці палке бажання: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полюбити Тебе ще більш,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Твоє на хресті страждання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зрозуміти мені повніш.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Одного, Боже мій,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житті прагну я.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Одного прагну я: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 Твоє прославляти Імʼя!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Маю в серці палке бажання: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сповіщати про Тебе тим,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хто страждає в гріха кайданах,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звільнитись вони могли.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Одного, Боже мій,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житті прагну я.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Одного прагну я: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 Твоє прославляти Імʼя!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Маю в серці палке бажання: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Тобою услід іти,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радо зносити зневажання,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завжди прославлявся Ти.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Одного, Боже мій,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житті прагну я.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Одного прагну я: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 Твоє прославляти Імʼя!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2026-09-30T23:09:03Z</dcterms:created>
  <dcterms:modified xsi:type="dcterms:W3CDTF">2026-09-30T23:09:03Z</dcterms:modified>
</cp:coreProperties>
</file>