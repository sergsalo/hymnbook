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в серці палке бажання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в серці палке бажання: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чути, Боже, Тебе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іти слухняно,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триматись Твоїх в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житті (у житті)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Твоє прославляти Імʼя!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в серці палке бажання: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полюбити Тебе ще більш,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Твоє на хресті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зрозуміти мені повніш.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житті (у житті)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Твоє прославляти Імʼя!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в серці палке бажання: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сповіщати про Тебе тим,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страждає в гріха кайданах,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звільнитись вони могли.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житті (у житті)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Твоє прославляти Імʼя!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в серці палке бажання: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услід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 зносити зневажання,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завжди прославлявся Ти.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житті (у житті)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(одного)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(прагну я):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Твоє прославляти Імʼя!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2026-09-30T21:23:43Z</dcterms:created>
  <dcterms:modified xsi:type="dcterms:W3CDTF">2026-09-30T21:23:43Z</dcterms:modified>
</cp:coreProperties>
</file>