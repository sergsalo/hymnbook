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– Пастир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№256)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– Пастир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мій, не буду в нужді;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цім світі я з 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луках зелених мене Він пасе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водить щоденно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тихих джерел.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душу мою від сну пробудив,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простив всю вину,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любити навчив,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вірну дорогу направив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Боже Імʼя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славив я кожен день.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у житті просвіту нема,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долиною йду, де смерті пітьма,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злий ворог для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тоді не страшний: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всесильний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Господь, Пастир мій.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 любить Бог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потомство Своє!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Святий жезл Його втішає мене.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Оливою голову Він намастив,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Своє милосердя до мене явив.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2026-09-30T21:23:55Z</dcterms:created>
  <dcterms:modified xsi:type="dcterms:W3CDTF">2026-09-30T21:23:55Z</dcterms:modified>
</cp:coreProperties>
</file>