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Христа дивися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№257)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Христа дивися,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віри не втрачай,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гріхом борися і не знемагай.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нас молився,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ради нас вмирав;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Христа дивися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вір Його словам.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Христа дивися,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сміло йди у бій,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Йому довірся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сили дасть тобі.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Вірою кріпися і не відступи,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Христа дивися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переможеш ти.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Христа дивися: Він тебе веде,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вірою молися і вночі і вдень.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 страх зʼявився у твоїй душі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Христа дивися,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стійким завжди.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Христа дивися,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звершуй труд святий,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Йому не листя –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плід свій принести.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якщо втомився на шляху земнім,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Христа дивися –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силу знайдеш в Нім.</a:t>
            </a:r>
            <a:endParaRPr lang="en-US" sz="5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 гріховний часто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втомлює твій зір,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грозить нещастям лютий буревій,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 небесній висі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бур нема земних,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Христа дивися –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вічно будеш з Ним.</a:t>
            </a:r>
            <a:endParaRPr lang="en-US" sz="51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2026-09-30T21:24:08Z</dcterms:created>
  <dcterms:modified xsi:type="dcterms:W3CDTF">2026-09-30T21:24:08Z</dcterms:modified>
</cp:coreProperties>
</file>