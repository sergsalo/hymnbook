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я служити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Тобі я служити бажаю,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Спасе, від літ молодих,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сили так мало я маю,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благаю, щоб Ти допоміг.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всім серцем, душею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буду, подай сил духовних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Тобі все життя віддаю,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дорогою правди Твоєї іду.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Мене, знаю, Боже, Ти любиш,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дай, щоб Тебе я любив;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душу мою спас від згуби,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всі провини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всім серцем, душею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буду, подай сил духовних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Тобі все життя віддаю,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дорогою правди Твоєї іду.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молитися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мене, о Ісусе, навчай.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світ міг нести вічну правду,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щодня сил мені подавай.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всім серцем, душею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буду, подай сил духовних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Тобі все життя віддаю,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дорогою правди Твоєї іду.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Порою я духом слабію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вʼяну під спекою дня,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 тіні Твоїх крил міцнію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далі продовжую шлях.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всім серцем, душею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буду, подай сил духовних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Тобі все життя віддаю,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дорогою правди Твоєї іду.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хочу для Тебе віддати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вірно служити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небі з святими зʼєднатись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вічній чудовій хвалі.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всім серцем, душею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буду, подай сил духовних мені.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жертву Тобі все життя віддаю,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дорогою правди Твоєї іду.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2026-09-30T21:24:19Z</dcterms:created>
  <dcterms:modified xsi:type="dcterms:W3CDTF">2026-09-30T21:24:19Z</dcterms:modified>
</cp:coreProperties>
</file>