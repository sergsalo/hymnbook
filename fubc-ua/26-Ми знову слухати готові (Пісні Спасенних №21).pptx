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знову слухати готові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знову слухати готові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Тебе, о Господи 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прийняти правди вічне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жити в істині Твоїй.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нам Слова розуміння,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здійснити дай Твої веління.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Блукали в світі ми безпечно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пітьмі гріха і марноти,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Ти в любові безконечній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дивним світлом просвітив,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серцю радість покаяння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сердечне з вірними єднання.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світу Світло Ти предвічне,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Єдинородний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кайданів рабства душу грішну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звільнити можеш Ти один.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Прийми, Ісусе наш, моління,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хвалу, подяку й поклоніння!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2026-09-25T20:20:44Z</dcterms:created>
  <dcterms:modified xsi:type="dcterms:W3CDTF">2026-09-25T20:20:44Z</dcterms:modified>
</cp:coreProperties>
</file>