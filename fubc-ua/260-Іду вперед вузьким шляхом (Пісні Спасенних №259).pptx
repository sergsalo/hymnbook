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вперед вузьким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вперед вузьким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 за моїм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Молюся: «Боже, поможи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дійти до славної мети».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веди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пітьми у світло неземне,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Тебе ще більш збагнув,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Твоїх висот щоб досягнув.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Втомляє часто це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сумнів, жах і марнота,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підношусь у мольбі,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силу Ти даєш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веди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пітьми у світло неземне,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Тебе ще більш збагнув,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Твоїх висот щоб досягнув.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Піднятись в небо хочу 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цім мета мого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буду слухати пісні,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співають в вишині.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веди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пітьми у світло неземне,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Тебе ще більш збагнув,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Твоїх висот щоб досягнув.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Скоріше хочу увійти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Твій дім небесний золотий,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поки на землі, молюсь: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«Веди, Ісусе, в вись святу».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веди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пітьми у світло неземне,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Тебе ще більш збагнув,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Твоїх висот щоб досягнув.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2026-09-30T21:24:32Z</dcterms:created>
  <dcterms:modified xsi:type="dcterms:W3CDTF">2026-09-30T21:24:32Z</dcterms:modified>
</cp:coreProperties>
</file>