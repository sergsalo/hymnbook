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Боже, я Твоє дитя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№260)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Боже, я Твоє дитя,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безпомічне, слабе,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 всім серцем хочу 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прославити Тебе.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047824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0272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9332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Ти, Боже, полюбив,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гинув я у злі,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гріхи усі навік простив,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назвав мене Своїм.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026361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71735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70795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чим віддячу я Тобі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Твій любові дар,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хресні муки, осуд, біль,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те, що Ти страждав?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550543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47553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46613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 я серце віддаю,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Спасителю святий!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у власність Ти Свою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візьми, щоб був Твоїм.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525778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2318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71378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радість хочу принести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 життям своїм,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покірно йти шляхом вузьким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небеса Твої.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090244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7852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06912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2026-09-30T21:44:49Z</dcterms:created>
  <dcterms:modified xsi:type="dcterms:W3CDTF">2026-09-30T21:44:49Z</dcterms:modified>
</cp:coreProperties>
</file>