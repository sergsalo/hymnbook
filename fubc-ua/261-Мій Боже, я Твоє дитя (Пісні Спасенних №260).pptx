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Мій Боже, я Твоє дитя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№260)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Мій Боже, я Твоє дитя,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безпомічне, слабе,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 всім серцем хочу я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прославити Тебе.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948764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9332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381412" y="40101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 Ти, Боже, полюбив,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 гинув я у злі,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гріхи усі навік простив,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назвав мене Своїм.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927301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70795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02875" y="40101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чим віддячу я Тобі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Твій любові дар,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хресні муки, осуд, біль,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те, що Ти страждав?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451483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46613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878693" y="40101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я серце віддаю,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Спасителю святий!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 у власність Ти Свою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візьми, щоб був Твоїм.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426718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378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03458" y="40101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100"/>
              </a:lnSpc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радість хочу принести</a:t>
            </a:r>
            <a:endParaRPr lang="en-US" sz="5100" dirty="0"/>
          </a:p>
          <a:p>
            <a:pPr algn="ctr" indent="0" marL="0">
              <a:lnSpc>
                <a:spcPts val="6100"/>
              </a:lnSpc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життям своїм,</a:t>
            </a:r>
            <a:endParaRPr lang="en-US" sz="5100" dirty="0"/>
          </a:p>
          <a:p>
            <a:pPr algn="ctr" indent="0" marL="0">
              <a:lnSpc>
                <a:spcPts val="6100"/>
              </a:lnSpc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покірно йти шляхом вузьким</a:t>
            </a:r>
            <a:endParaRPr lang="en-US" sz="5100" dirty="0"/>
          </a:p>
          <a:p>
            <a:pPr algn="ctr" indent="0" marL="0">
              <a:lnSpc>
                <a:spcPts val="6100"/>
              </a:lnSpc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небеса Твої.</a:t>
            </a:r>
            <a:endParaRPr lang="en-US" sz="5100" dirty="0"/>
          </a:p>
        </p:txBody>
      </p:sp>
      <p:sp>
        <p:nvSpPr>
          <p:cNvPr id="3" name="Shape 1"/>
          <p:cNvSpPr/>
          <p:nvPr/>
        </p:nvSpPr>
        <p:spPr>
          <a:xfrm>
            <a:off x="1089412" y="3545586"/>
            <a:ext cx="0" cy="1360170"/>
          </a:xfrm>
          <a:prstGeom prst="line">
            <a:avLst/>
          </a:prstGeom>
          <a:noFill/>
          <a:ln w="24912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08684" y="3545586"/>
            <a:ext cx="0" cy="1360170"/>
          </a:xfrm>
          <a:prstGeom prst="line">
            <a:avLst/>
          </a:prstGeom>
          <a:noFill/>
          <a:ln w="24912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38224" y="3994531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2026-09-30T21:24:44Z</dcterms:created>
  <dcterms:modified xsi:type="dcterms:W3CDTF">2026-09-30T21:24:44Z</dcterms:modified>
</cp:coreProperties>
</file>