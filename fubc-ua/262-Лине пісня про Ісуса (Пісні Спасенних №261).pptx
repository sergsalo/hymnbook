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 пісня про Ісуса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№261)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 пісня про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діла Його святі.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до Нього пригорнувся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щирим серцем у житті.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віддам я для Ісуса: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серце, душу і життя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навіки з Ним зіллюся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Царстві вічного буття.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любов Його велику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 пісня кожен час.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Господь мене покликав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навік від смерті спас.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віддам я для Ісуса: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серце, душу і життя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навіки з Ним зіллюся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Царстві вічного буття.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весь світ, як море грізне,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непокоїться, шумить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небесах моя Вітчизна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непохитною стоїть.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віддам я для Ісуса: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серце, душу і життя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навіки з Ним зіллюся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Царстві вічного буття.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я з Христом щасливий,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багато є тривог,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мені надії крила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 Спаситель мій і Бог.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віддам я для Ісуса: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серце, душу і життя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навіки з Ним зіллюся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Царстві вічного буття.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2026-09-30T21:24:56Z</dcterms:created>
  <dcterms:modified xsi:type="dcterms:W3CDTF">2026-09-30T21:24:56Z</dcterms:modified>
</cp:coreProperties>
</file>