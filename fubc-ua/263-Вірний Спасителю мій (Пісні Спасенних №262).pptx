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Вірний Спасителю мій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№262)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Вірний Спасителю мій,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є найкращий мій Друг!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все Тобі віддаю, даю: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серце, любов і красу.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3687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6121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60279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світі я грішнім блукав,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зло і неправду чинив,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ж гріх мій, Боже,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простив, простив,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мене убілив.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40813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57283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5634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Пісню про ласку Твою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серце моє Ти вселив!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сили хрест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свій нести, нести,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вірність Тобі зберегти!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99005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99091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8151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2026-09-30T21:44:51Z</dcterms:created>
  <dcterms:modified xsi:type="dcterms:W3CDTF">2026-09-30T21:44:51Z</dcterms:modified>
</cp:coreProperties>
</file>