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rows:1,2,1,1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 · rows:2,2,1,1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 · rows:2,1,2,1,2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 · rows:1,2,2,2,1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1/2 · rows:2,1,2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2/2 · rows:1,1,2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№263)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Єдиного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Отця всемогутнього,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Творця неба і землі,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всього видимого і невидимого;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Єдиного Господа Ісуса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Христа, Сина Божого;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Єдинородного, від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Отця народженого,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несотвореного, перше всіх віків;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Світло від Світла,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Бога істинного від Бога істинного;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народженого, несотвореного,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одноістотного з Отцем,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через Нього все сталося;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для нас, людей, і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нашого спасіння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неба зійшов,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тіло прийняв від Духа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Святого, від діви Марії,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став людиною,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розпʼятий був за нас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Понтійськім Пилаті,</a:t>
            </a:r>
            <a:endParaRPr lang="en-US" sz="47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страждав, помер, і був похований,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третій день воскрес,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було написано,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вознісся на небо, і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сидить праворуч Отця,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знов прийде у славі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судити живих і мертвих,</a:t>
            </a:r>
            <a:endParaRPr lang="en-US" sz="4700" dirty="0"/>
          </a:p>
          <a:p>
            <a:pPr algn="ctr"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Його же Царству не буде кінця;</a:t>
            </a:r>
            <a:endParaRPr lang="en-US" sz="47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Духа Святого,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Господа оживившого,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від Отця походить,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з Отцем і Сином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однаковий поклін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однакова слава;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говорив через пророків;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єдину соборну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апостольську Церкву.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Визнаю одне хрещення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прощення гріхів,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чекаю воскресіння мертвих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життя будучого віку.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Амінь.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2026-09-30T22:00:15Z</dcterms:created>
  <dcterms:modified xsi:type="dcterms:W3CDTF">2026-09-30T22:00:15Z</dcterms:modified>
</cp:coreProperties>
</file>