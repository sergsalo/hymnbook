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 зможе хто на всьому світі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№264)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 зможе хто на всьому світі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свободу в вірних відібрать,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волю нашу увʼязнити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дух в кайдани закувать?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Важкі гріхи наш дух стискали,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Бог йому свободу дав,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кайданів грішний світ лукавий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зможе викувати нам.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ні, ніхто на всьому світі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відбере вже волю в нас,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 будуть часто нас ганьбити,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правду гнати ще не раз!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Знамено правди вище здіймем,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любовʼю злобу обівʼєм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славу й честь не цьому світу,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 лиш Ісусу принесем.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ні, ніхто на всьому світі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багатство в нас не забере!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Святим євангельським завітам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цілком присвятимо себе.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все, чим в світі володієм,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діло Боже віддамо,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вість спасіння всім відкриєм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нею світ збагатимо!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2026-09-30T22:00:22Z</dcterms:created>
  <dcterms:modified xsi:type="dcterms:W3CDTF">2026-09-30T22:00:22Z</dcterms:modified>
</cp:coreProperties>
</file>