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так, я знаю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так, я знаю: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Спаситель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тільки маю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мир душі своїй!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Хто в хвилини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недолі і журби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дарує сили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життєвій боротьбі.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з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душу береже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через вічне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насичує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із мертвих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воскресить;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знищив жало смерті,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небі буду з Ним.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2026-09-30T22:00:36Z</dcterms:created>
  <dcterms:modified xsi:type="dcterms:W3CDTF">2026-09-30T22:00:36Z</dcterms:modified>
</cp:coreProperties>
</file>