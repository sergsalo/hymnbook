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 і в мить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життєву кожну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дарує силу для борні.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іду я в світі переможно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нічого не боюся з Ним.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і любов Його безкраї,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духовних Він мені 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скорботу й радість відміряє,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дбає про життя моє.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близький до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кожну мить освітлює мій шлях.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страшна мені життєва темінь,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дивне світло маю 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мою тримає міцно руку,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потрібне подає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– наснаги дивна запорука,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день дає її.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в усіх переживаннях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довірятися лише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 Тобою я без нарікання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перенести покірно міг.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Поможи все у житті приймати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докору, як із рук Твоїх,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Тобою йти й не забувати: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до сонячних країв.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2026-09-30T22:00:50Z</dcterms:created>
  <dcterms:modified xsi:type="dcterms:W3CDTF">2026-09-30T22:00:50Z</dcterms:modified>
</cp:coreProperties>
</file>