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||:1-2:||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нас, Месіє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нас, Месіє, по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стежці вузенькій,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 нам упасти на цьому шляху.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Зміцни нашу віру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Тебе, Ісусе,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більше вже ми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служили гріху.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2804351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93746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88996" y="4279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нас, Месіє, до краю святого,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ми побачим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славу його.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Впадем перед троном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Творця на коліна,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дитячу пошану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віддамо.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36368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1728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6078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перед престолом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Отця, заспіваєм,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сплетемо вінок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величальних пісень,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складем на вівтар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нашу жертву хваління,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прославимо Господа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за все.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19808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78288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348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тяжко тим людям,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Бога не знають,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безталанне, гірке, як полин!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Щасливі ті люди,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Бога шанують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люблять Закон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щиро вони.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049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760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666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2026-09-30T22:01:04Z</dcterms:created>
  <dcterms:modified xsi:type="dcterms:W3CDTF">2026-09-30T22:01:04Z</dcterms:modified>
</cp:coreProperties>
</file>