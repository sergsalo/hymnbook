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Мир, повний мир!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№268)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Мир, повний мир! Хоч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повен світ тривог,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небесний мир дає нам вічний Бог.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Мир, повний мир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серцях спасенних є: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надія на Христа нам мир несе.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Мир, повний мир!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зло кругом кипить,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мир в Христі однім,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мир царить,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мир царить!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Мир, повний мир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Бог для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береже їх на путях земних.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Мир, повний мир, хоч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кругом в пітьмі.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Зоря, 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наше в Нім.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Мир, повний мир!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зло кругом кипить,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мир в Христі однім,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мир царить,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мир царить!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Мир, повний мир! Хоч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навколо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її вже подолав Спаситель наш.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колись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земній борні кінець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візьме в небесний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дім всіх нас Отець.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Мир, повний мир!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зло кругом кипить,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мир в Христі однім,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мир царить,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мир царить!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2026-09-30T22:01:17Z</dcterms:created>
  <dcterms:modified xsi:type="dcterms:W3CDTF">2026-09-30T22:01:17Z</dcterms:modified>
</cp:coreProperties>
</file>