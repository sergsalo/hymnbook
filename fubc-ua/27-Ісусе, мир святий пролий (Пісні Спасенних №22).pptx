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Ісусе, мир святий пролий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№22)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Ісусе, мир святий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пролий на нас з небес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через Слово нам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відкрий в красі Себе.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Любовʼю щоб завжди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палали всі серця,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зір духовний наш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спрямовуй на Отця.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Святому Дусі 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яви всім благодать,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правді щоб могли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Бога величать.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Вагання розжени,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невірʼя лід розплав,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вічному Творцю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народ хвалу віддав.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мудрість слів Твоїх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пізнати ми могли,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з вірою завжди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за Тобою йшли,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Духом наставляй,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втішай у час журби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за Собою нас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шляхом вузьким веди.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освячених серцях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живи, Ісусе, Сам,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спрямовуй нашу путь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вічні небеса.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нас у світі зла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Твоя рука веде,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ми життям своїм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прославили Тебе.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2026-09-25T20:22:15Z</dcterms:created>
  <dcterms:modified xsi:type="dcterms:W3CDTF">2026-09-25T20:22:15Z</dcterms:modified>
</cp:coreProperties>
</file>