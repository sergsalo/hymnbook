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||:5-6:||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||:5-6:||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||:5-6:||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знаю, що чекає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№269)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знаю, що чекає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на цій землі,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твердо покладаюсь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Господа в житті.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шлях у небеса проклав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все для блага дав.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24407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73689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72749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Господь провадить,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покірно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ніколи Він не зрадить,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в небо я ввійду.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темрява вкриває,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 так тяжко йти,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світло Бог являє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долині марноти.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 бурі Сам зі мною йде,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підтримує й веде.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00582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97514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96574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Господь провадить,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покірно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ніколи Він не зрадить,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в небо я ввійду.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далі, хоч не знаю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майбутніх днів своїх,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Творцеві довіряю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всіх путях моїх.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долом смерті я піду,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в небо увійду.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83994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14102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3162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Господь провадить,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 покірно 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ніколи Він не зрадить,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в небо я ввійду.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2026-09-30T22:01:31Z</dcterms:created>
  <dcterms:modified xsi:type="dcterms:W3CDTF">2026-09-30T22:01:31Z</dcterms:modified>
</cp:coreProperties>
</file>