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Безупинно час летить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Безупинно час летить,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потік, що з гір біжить;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стає мені ясніше: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цінити треба більше.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вірю: на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Бог зі мною йти.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дарує сил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перемагав я гріх;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тоді, коли томлюся,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Слові лиш Його кріплюся.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вірю: на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Бог зі мною йти.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буває важко йти: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загрожує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ворог спокусити,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вірної дороги збити.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вірю: на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Бог зі мною йти.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Господом щасливий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тепер моя мета: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єднанні з Богом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чистоті Йому служити.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вірю: на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Бог зі мною йти.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2026-09-30T22:01:44Z</dcterms:created>
  <dcterms:modified xsi:type="dcterms:W3CDTF">2026-09-30T22:01:44Z</dcterms:modified>
</cp:coreProperties>
</file>