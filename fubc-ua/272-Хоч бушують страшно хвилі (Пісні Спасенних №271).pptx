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бушують страшно хвилі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бушують страшно хвилі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лякаюсь дуже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я немічний, безсилий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в Господі моя.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мене Він захищає,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Він дарує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благодаттю укріпляє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Господь, Спаситель мій.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ворог наступає,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зла мене страшить,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мене спасає: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мого спасіння щит.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мене Він захищає,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Він дарує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благодаттю укріпляє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Господь, Спаситель мій.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земні переживання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служать на добро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бентежусь у стражданнях: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зі мною день при дні.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мене Він захищає,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Він дарує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благодаттю укріпляє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Господь, Спаситель мій.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натисне сум чи горе,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залишить Бог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поможе впору: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тягарі всі понесе.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мене Він захищає,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Він дарує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благодаттю укріпляє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Господь, Спаситель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2026-09-30T22:01:58Z</dcterms:created>
  <dcterms:modified xsi:type="dcterms:W3CDTF">2026-09-30T22:01:58Z</dcterms:modified>
</cp:coreProperties>
</file>