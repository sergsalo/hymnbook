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шлях,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я його не знаю,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певність ця дарує спокій Твій.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тривожитись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й боятись,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томитись день 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в душі своїй?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5412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397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4303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шлях, 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майбутнє знаєш,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план давно приготував мені.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Сердечно я хвалю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і славлю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ласку й за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турботи всі Твої.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1983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826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732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шлях, 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буйний вітер віє,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можеш бурю в тишу привести!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незнайомий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шлях, котрим іду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все ж спокійний: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мій знаєш 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9138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671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577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2026-09-30T22:02:11Z</dcterms:created>
  <dcterms:modified xsi:type="dcterms:W3CDTF">2026-09-30T22:02:11Z</dcterms:modified>
</cp:coreProperties>
</file>