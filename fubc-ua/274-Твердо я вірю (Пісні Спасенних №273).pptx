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 я вірю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№273)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 я вірю: добрий Ісус.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Ним я втішаюсь і Ним веселюсь.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моє Він грішне обмив,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Своїм мене оживив.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 мого серця лине хвала,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мене ласка Божа спасла!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34104" y="276834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3992" y="276834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1147" y="3128391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 я вірю: з часу того,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я повірив, дитям став Його.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Сповнює спокій за майбуття: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Господі маю вічне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 мого серця лине хвала,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мене ласка Божа спасла!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34104" y="276834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3992" y="276834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1147" y="3128391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 я вірю в Божу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ній я знаходжу надійний покров.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би не сталось – радісний дух: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зі мною вірний мій Друг.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 мого серця лине хвала,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мене ласка Божа спасла!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34104" y="276834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3992" y="276834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1147" y="3128391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незмінне, мир неземний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мій знаходить в любові святій.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Вслід за Ісусом йду в вічний дім,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черпаю тільки у Нім.</a:t>
            </a:r>
            <a:endParaRPr lang="en-US" sz="5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 мого серця лине хвала,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мене ласка Божа спасла!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134104" y="276834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3992" y="2768346"/>
            <a:ext cx="0" cy="136017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1147" y="3128391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2026-09-30T22:02:25Z</dcterms:created>
  <dcterms:modified xsi:type="dcterms:W3CDTF">2026-09-30T22:02:25Z</dcterms:modified>
</cp:coreProperties>
</file>