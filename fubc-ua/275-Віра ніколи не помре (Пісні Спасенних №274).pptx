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Віра ніколи не помре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№274)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Віра ніколи не помре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 від меча, ні у вогні.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Віра жива долає все,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силу дає нам для борні.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Віра жива – оплот для нас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цій землі у кожен час.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тюрми за віру йшли брати,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їх зламати світ не міг.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 більше, Боже, запали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цю віру в душах молодих.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Віра жива – оплот для нас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цій землі у кожен час.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Віра жива навчає нас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любити щиро всіх,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людям звіщати про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Він прощає кожен гріх.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Віра жива – оплот для нас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цій землі у кожен час.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2026-09-30T22:02:39Z</dcterms:created>
  <dcterms:modified xsi:type="dcterms:W3CDTF">2026-09-30T22:02:39Z</dcterms:modified>
</cp:coreProperties>
</file>