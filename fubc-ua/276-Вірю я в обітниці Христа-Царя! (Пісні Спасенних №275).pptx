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 в обітниці Христа-Царя!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№275)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 в обітниці Христа-Царя!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душі моїй зійшла нова зоря.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тепер Йому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звучить моя хвала;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 в обітниці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Вірю, вірю,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 в обітниці Христа! Я вірю.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Вірю, вірю,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вірую в обітниці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 в обітниці, що дав Ісус,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грізних бур життєвих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я не боюсь.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Ісуса в світі цім все марнота;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 в обітниці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Вірю, вірю,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 в обітниці Христа! Я вірю.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Вірю, вірю,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вірую в обітниці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 в обітниці, з Христом живу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часу, як прийняв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я вість нову.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летять без вороття мої літа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 в обітниці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Вірю, вірю,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 в обітниці Христа! Я вірю.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Вірю, вірю,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вірую в обітниці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 в обітниці, Христу молюсь,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благодатнім Слові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завжди кріплюсь,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хвалою сповнені мої уста: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 в обітниці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Вірю, вірю,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 в обітниці Христа! Я вірю.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Вірю, вірю,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вірую в обітниці Христа!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2026-09-30T22:02:54Z</dcterms:created>
  <dcterms:modified xsi:type="dcterms:W3CDTF">2026-09-30T22:02:54Z</dcterms:modified>
</cp:coreProperties>
</file>