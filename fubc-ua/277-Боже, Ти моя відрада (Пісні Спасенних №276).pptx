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||:4-4:||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||:4-4:||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||:4-4:||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||:4-4:||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Ти моя відрада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№276)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Ти моя відрада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шляху земних знегод,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втішаєш Словом правди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серед горя і скорбот.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393213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04883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03943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Скрізь царює морок ночі,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чорна пітьма навкруги,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Твої, я вірю, очі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бачать всі мої шляхи.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291512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06584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05644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Був у світі я нещасним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блукав без Тебе в тьмі,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небесне світло ясне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шлях осяяло мені.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830728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67368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466428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 мій, я твердо знаю: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поможеш далі йти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введеш мене до раю,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небесний край святий.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856638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41458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40518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2026-09-30T22:03:08Z</dcterms:created>
  <dcterms:modified xsi:type="dcterms:W3CDTF">2026-09-30T22:03:08Z</dcterms:modified>
</cp:coreProperties>
</file>