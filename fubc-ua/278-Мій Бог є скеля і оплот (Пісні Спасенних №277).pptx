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Бог є скеля і оплот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№277)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Бог є скеля і оплот,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захист під час грізних бур.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Свій спокій ввів мене Господь,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захист під час грізних бур.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– вічна скеля моїй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моїй душі, моїй душі;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– вічна скеля моїй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захист під час бурі.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ворог злий мене страшить,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тоді Спаситель захистить;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гори стануть на путі,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 бійся!» – чую я тоді.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– вічна скеля моїй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моїй душі, моїй душі;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– вічна скеля моїй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захист під час бурі.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Бог – Отець, покров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захист під час грізних бур.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Ним пройду свій шлях земний,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захист під час грізних бур.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– вічна скеля моїй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моїй душі, моїй душі;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 – вічна скеля моїй душі,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захист під час бурі.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2026-09-30T22:03:21Z</dcterms:created>
  <dcterms:modified xsi:type="dcterms:W3CDTF">2026-09-30T22:03:21Z</dcterms:modified>
</cp:coreProperties>
</file>