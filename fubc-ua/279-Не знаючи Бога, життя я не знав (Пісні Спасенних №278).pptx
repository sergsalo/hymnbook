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знаючи Бога, життя я не знав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знаючи Бога, життя я не 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гріхах та неправді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світі блукав.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Почув раптом ніжні, чудові слова: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«Він любить, Він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Ньому життя».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я 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голос почув: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«Він любить, Він любить»,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життя я здобув.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серце стомлене у боротьбі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плаче душа у смертельній журбі,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чую голос до серця звучить: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«Він любить, Він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дух звеселить».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я 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голос почув: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«Він любить, Він любить»,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життя я здобув.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Христові віддався і з Ним я живу,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проклав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дорогу нову.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навіть у смертній долині 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не покине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любий мій.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я 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голос почув: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«Він любить, Він любить»,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життя я здобув.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2026-09-30T22:03:35Z</dcterms:created>
  <dcterms:modified xsi:type="dcterms:W3CDTF">2026-09-30T22:03:35Z</dcterms:modified>
</cp:coreProperties>
</file>