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Отче, що на небесах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Отче, що на небесах,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почуй моління Ти моє!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у житті в благих ділах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Імення святиться Твоє!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– всесвіту всього Творець,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руці Своїй тримаєш все,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– всемогутній наш Отець.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прийде Царство вже Твоє!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Який премудрий, Боже, Ти;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– ціль життя мого одна.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часи безрадісні й тяжкі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буде воля лиш Твоя!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– Цар і Бог наш всеблагий,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життя даєш усім єствам,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благаємо, Святий,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хліб щоденний нині нам.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милосердний Боже наш,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 провини наші нам,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ми прощаєм кожний час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злі вчинки нашим ворогам.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Тебе хто б спастися міг?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спокусу, Боже, не введи;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нас, немічних дітей Твоїх,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злого духа збережи.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Премудрі всі Твої діла,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Твоє і Царство, Боже сил;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Тобі і слава, і хвала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повіки вічнії! Амінь.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2026-09-25T20:23:08Z</dcterms:created>
  <dcterms:modified xsi:type="dcterms:W3CDTF">2026-09-25T20:23:08Z</dcterms:modified>
</cp:coreProperties>
</file>