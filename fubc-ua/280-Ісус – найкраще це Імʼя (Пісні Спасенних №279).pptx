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найкраще це Імʼя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найкраще це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безцінне, миле нам.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Ісусі Бог дає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відкупленим серцям.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зцілення болючих ран,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бальзам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Нім утіха християн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боротьбі земній.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земній пітьмі Він мій маяк,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я пливу,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пристань вічного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я знайду.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Ісусі Бог вже не суддя,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Пастир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Нім щасливе майбуття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неземний.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2026-09-30T22:03:50Z</dcterms:created>
  <dcterms:modified xsi:type="dcterms:W3CDTF">2026-09-30T22:03:50Z</dcterms:modified>
</cp:coreProperties>
</file>