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поруч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№280)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поруч Він, як у серці біль,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у грудях тягар і страх,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скорботу й сум у душі несу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тяжкий життєвий мій шлях?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так, зі мною мій Ісус,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Ним одним я кріплюсь.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долині плачу мене Він бачить,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 мною мій Ісус, Ісус.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поруч Він, як від горя й сліз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не бачу, куди іти,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у ясні дні, ніби у пітьмі,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дорогу важко знайти?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так, зі мною мій Ісус,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Ним одним я кріплюсь.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долині плачу мене Він бачить,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 мною мій Ісус, Ісус.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поруч Він в дні важких борінь,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на поміч ніхто не йде,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минають дні у тяжкій журбі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нема підтримки ніде?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так, зі мною мій Ісус,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Ним одним я кріплюсь.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долині плачу мене Він бачить,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 мною мій Ісус, Ісус.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поруч Він, як небесна синь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вмить покличе мене з землі,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усім скажу: «Я життя межу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переходжу, йду в рідний дім»?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так, зі мною мій Ісус,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Ним одним я кріплюсь.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долині плачу мене Він бачить,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 мною мій Ісус, Ісус.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2026-09-30T22:04:03Z</dcterms:created>
  <dcterms:modified xsi:type="dcterms:W3CDTF">2026-09-30T22:04:03Z</dcterms:modified>
</cp:coreProperties>
</file>