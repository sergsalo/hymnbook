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б мав я крила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№281)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б мав я крила орлині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 піднятися в небо я міг,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 в славні б простори полинув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вічно з Ісусом там жив.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Щоденно думками я лину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безмежну небесну блакить,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туди, де навіки спочину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горя земного і бід.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йду до тієї країни,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Бог мій у славі сія,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місто, де ясписні стіни,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темряви ночі нема.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Боже, дай віри міцної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сили свій хрест пронести.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можеш Своєю рукою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неба мене довести.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2026-09-30T22:04:17Z</dcterms:created>
  <dcterms:modified xsi:type="dcterms:W3CDTF">2026-09-30T22:04:17Z</dcterms:modified>
</cp:coreProperties>
</file>