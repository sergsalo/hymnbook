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спасен від гріха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спасен від гріха,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я Божий слуга,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Дивний спокій Він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гріхи з мене зняв,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мене оправдав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життя вічне дав,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в любові Своїй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укріпляє дух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я радість знайшов,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до Нього прийшов,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Принесу я Йому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честь, подяку й хвалу,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щирим серцем я вірю в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 я, вірю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Сина Божого вірую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2026-09-30T22:04:31Z</dcterms:created>
  <dcterms:modified xsi:type="dcterms:W3CDTF">2026-09-30T22:04:31Z</dcterms:modified>
</cp:coreProperties>
</file>