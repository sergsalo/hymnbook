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Люблю, мій Спасителю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№283)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Люблю,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Спасителю, щиро Тебе: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у жертву віддав Ти Себе.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я складаю подяку свою,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Тебе, мій Спасителю,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щиро люблю.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Люблю! Ти ж раніше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полюбив,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любові безмірній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гріхи всі простив,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мене явив дивну милість Свою.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Тебе, мій Спасителю,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щиро люблю.</a:t>
            </a:r>
            <a:endParaRPr lang="en-US" sz="5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думками я лину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Спасителю, поруч зі мною іди.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знаєш велике бажання моє: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 сильніше, Ісусе,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міцно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руку тримай,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жити у світі гріховнім навчай,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міг увійти я у славу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буду любити ще більше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2026-09-30T22:04:45Z</dcterms:created>
  <dcterms:modified xsi:type="dcterms:W3CDTF">2026-09-30T22:04:45Z</dcterms:modified>
</cp:coreProperties>
</file>