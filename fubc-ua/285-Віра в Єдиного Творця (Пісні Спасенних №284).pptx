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в Єдиного Творця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в Єдиного Творця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віки дійшла до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устояли до кінця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хто беріг Його наказ.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євангельська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дає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арену і тюрму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йшли послідовники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довіряючись Йому,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живе несли в устах.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євангельська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дає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євангельській святій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стояти, Боже, 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на землю прийдеш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візьмеш нас в небесний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євангельська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дає нове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2026-09-30T22:04:58Z</dcterms:created>
  <dcterms:modified xsi:type="dcterms:W3CDTF">2026-09-30T22:04:58Z</dcterms:modified>
</cp:coreProperties>
</file>