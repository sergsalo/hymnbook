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rows:2,2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здайся спокусі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№285)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здайся спокусі,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 гріх упадеш.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тільки в Ісусі сил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знайдеш без меж.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 зла борися і за правду стій,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Бога дивися: Він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Порадник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нелегка дорога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небесні чертоги,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 надію на Бога: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Порадник є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Злих людей цурайся,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їх шляхом не йди,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світом не братайся,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кривди не роби.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Кинь свій гріх і сумнів і у вірі стій,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будь усюди: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Порадник твій.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 нелегка дорога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небесні чертоги,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май надію на Бога: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Порадник є твій.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2026-09-30T22:05:11Z</dcterms:created>
  <dcterms:modified xsi:type="dcterms:W3CDTF">2026-09-30T22:05:11Z</dcterms:modified>
</cp:coreProperties>
</file>