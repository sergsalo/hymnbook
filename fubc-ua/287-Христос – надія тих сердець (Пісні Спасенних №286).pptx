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надія тих сердець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№286)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надія тих сердець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цій знедоленій землі,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кому свободу дав Отець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пут гріха й життя у злі.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на смерть Себе віддав,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кожен в Нім спасіння мав.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надія християн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горя і страждань.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Дві тисячі вже літ 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Своїх Він вибраних дітей.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Всі, хто пізнав любов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любити прагнуть так, як Він;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цій кінця нема,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її дає нам Божий Син.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Любити навіть ворогів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нам Спаситель повелів.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надія християн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горя і страждань.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Дві тисячі вже літ 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Своїх Він вибраних дітей.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Собою хвалиться цей світ,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гордиться силою меча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виставляє розум свій,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він ніщо в очах Творця.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 наша тільки в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Христі Спасителі однім.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надія християн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горя і страждань.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Дві тисячі вже літ 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Своїх Він вибраних дітей.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 тут сили, що б змогла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відлучити від Христа,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 широта, ні довгота,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 глибина, ні висота.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зберігає вірних всіх,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надійна скеля Він для них.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надія християн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горя і страждань.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Дві тисячі вже літ 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Своїх Він вибраних дітей.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треба будувати веж,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летіти в зоряні світи,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досягнути нам небес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бути з Господом завжди,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Творець підхопить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небесний дім у славний час.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надія християн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горя і страждань.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Дві тисячі вже літ 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Своїх Він вибраних дітей.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2026-09-30T22:05:24Z</dcterms:created>
  <dcterms:modified xsi:type="dcterms:W3CDTF">2026-09-30T22:05:24Z</dcterms:modified>
</cp:coreProperties>
</file>