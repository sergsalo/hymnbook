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Друга одного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Друга одного,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такого в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Він мене звільнив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тяжких гріховних сітей.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серце покорив моє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небесною любовʼю,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за Ним усюди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обмитий кровʼю.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Друга одного,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благовоління.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спокій я знайшов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вічний дар спасіння.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Усе, що маю у житті,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не мої заслуги,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все тому, що я в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по серцю Друга.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Друга одного,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дивний мій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земних стражданнях і в біді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надійний Утішитель.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розлучити з Ним уже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в житті не в змозі,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йду і буду завжди 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по вузькій дорозі.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Друга одного,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Нім моя надія,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віра в світле майбуття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душі моїй зоріє.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жде мене у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завжди я лину,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радість я знайду собі,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скорбот спочину.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2026-09-30T22:05:39Z</dcterms:created>
  <dcterms:modified xsi:type="dcterms:W3CDTF">2026-09-30T22:05:39Z</dcterms:modified>
</cp:coreProperties>
</file>