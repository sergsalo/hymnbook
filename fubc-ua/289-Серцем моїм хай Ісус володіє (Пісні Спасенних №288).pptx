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Серцем моїм хай Ісус володіє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№288)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Серцем моїм хай Ісус володіє,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почуттях і думках хай живе,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краще любити ніхто не уміє,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і спокій один Він дає.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 не турбуюся,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 не томлюся: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вірний Спаситель зі мною іде.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обіцяв, що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не залишить,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небо бажане, 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дім Свій, введе.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95067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03029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2089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Дивну мені 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перемогу,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з гріховних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кайданів звільнив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показавши до неба дорогу,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Свій Божественний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серце пролив.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 не турбуюся,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 не томлюся: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вірний Спаситель зі мною іде.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обіцяв, що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не залишить,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небо бажане, 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дім Свій, введе.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95067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03029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2089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Навіть коли в боротьбі знемагаю,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мій слабкий підкріпляє Ісус.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джерело для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очищення маю,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 Він дає йти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крізь морок спокус.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 не турбуюся,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 не томлюся: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вірний Спаситель зі мною іде.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обіцяв, що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не залишить,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небо бажане, 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дім Свій, введе.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95067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03029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2089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Праця скінчиться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оселі прекрасні,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вірю, покличе мене мій Ісус.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не порушать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страждання дочасні,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 обіймах Отця звеселюсь.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 не турбуюся,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 не томлюся: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вірний Спаситель зі мною іде.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обіцяв, що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не залишить,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небо бажане, 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дім Свій, введе.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95067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03029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2089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2026-09-30T22:05:54Z</dcterms:created>
  <dcterms:modified xsi:type="dcterms:W3CDTF">2026-09-30T22:05:54Z</dcterms:modified>
</cp:coreProperties>
</file>