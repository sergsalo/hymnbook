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кличу, Боже мій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кличу, Боже мій: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будь в путі земній,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мене, дай захист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жертви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спіткнусь в дорозі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очистить душу кров Твоя.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Тобі надія вся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жертви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повсякденній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втратив сили я свої,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хочу вірити Тобі;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жертви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молюся від душі: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на поміч поспіши,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початий труд в мені зверши,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жертви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таким, як 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2026-09-25T20:24:39Z</dcterms:created>
  <dcterms:modified xsi:type="dcterms:W3CDTF">2026-09-25T20:24:39Z</dcterms:modified>
</cp:coreProperties>
</file>