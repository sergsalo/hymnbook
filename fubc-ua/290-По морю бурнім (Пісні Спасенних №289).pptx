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морю бурнім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№289)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морю бурнім, друже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пливеш ти прямо в край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твій Господь велить тобі: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«Вперед, вперед, вперед!»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скоро буря ця утихне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перейде тьма.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вперед, вперед, вперед!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Бог живий, і Він велить: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«Вперед, вперед,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вперед!»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море піниться, реве,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твої вітрила буря рве,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пристань недалеко вже,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вперед, вперед!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скоро буря ця утихне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перейде тьма.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вперед, вперед, вперед!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Бог живий, і Він велить: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«Вперед, вперед,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вперед!»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Закрили хмари всю блакить,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від страху тремтить,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голос Божий все ж звучить: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«Вперед, вперед, вперед!»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скоро буря ця утихне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перейде тьма.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вперед, вперед, вперед!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Бог живий, і Він велить: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«Вперед, вперед,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вперед!»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буря грізно завива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водою човен залива,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все ж надійся на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вперед, вперед!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скоро буря ця утихне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перейде тьма.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вперед, вперед, вперед!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Бог живий, і Він велить: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«Вперед, вперед,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вперед, вперед!»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2026-09-30T22:06:08Z</dcterms:created>
  <dcterms:modified xsi:type="dcterms:W3CDTF">2026-09-30T22:06:08Z</dcterms:modified>
</cp:coreProperties>
</file>