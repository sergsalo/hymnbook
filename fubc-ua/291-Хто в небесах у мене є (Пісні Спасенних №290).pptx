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небесах у мене є?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небесах у мене є?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Ти,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на землі усе дає?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кров Свою пролив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гріхи мої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навіки примирив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земна не вабить вже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Ти,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мені у всьому все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Вічного світ цей не дає: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марнота, що в ньому 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Свою мене введе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у бідності даєш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Ти,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скарбом вічним 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 дозріє в полі хліб,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їжі не стане на столі,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 буду вдячним і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небесах у мене є?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Ти,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мене у край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забуду сльози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 радісно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співатиму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Христос, мій Христос!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2026-09-30T22:06:23Z</dcterms:created>
  <dcterms:modified xsi:type="dcterms:W3CDTF">2026-09-30T22:06:23Z</dcterms:modified>
</cp:coreProperties>
</file>