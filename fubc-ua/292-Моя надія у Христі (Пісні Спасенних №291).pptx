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||:2-2:||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надія у Христі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№291)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надія 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Його крові і доброті.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Вся людська міць – то марнота,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надіюсь я лиш на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моя опора й щит,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тверда основа, як граніт.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58569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9527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38587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Мені освітлює Він шлях,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душі знімає всякий страх.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стріл ворожих не боюсь: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зі мною поруч йде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моя опора й щит,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тверда основа, як граніт.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58569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9527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38587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Життєве море хай бурлить,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не залишить ні на мить.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під загрозою життя,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знайду в Нім порятунок 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моя опора й щит,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тверда основа, як граніт.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58569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9527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38587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небо з вірою дивлюсь: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скоро прийде мій Ісус;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зустріну Господа свого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за все прославлю я Його.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– моя опора й щит,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тверда основа, як граніт.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1758569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39527" y="354787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38587" y="352501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2026-09-30T22:06:37Z</dcterms:created>
  <dcterms:modified xsi:type="dcterms:W3CDTF">2026-09-30T22:06:37Z</dcterms:modified>
</cp:coreProperties>
</file>