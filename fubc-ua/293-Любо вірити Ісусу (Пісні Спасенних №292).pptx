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 вірити Ісусу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№292)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 вірити Ісусу,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дорогим Його словам.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душею завжди рвуся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небесний Ханаан.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Спасителю Ісусе!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є добрий Пастир мій!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Спасителю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уже навіки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надіюсь на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Його святу любов,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Йому служу й молюся: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пролив за мене кров.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Спасителю Ісусе!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є добрий Пастир мій!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Спасителю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уже навіки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приємно знати Бога,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єднанні бути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підкріплятись вічним Словом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ходити з Ним завжди.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Спасителю Ісусе!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є добрий Пастир мій!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Спасителю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уже навіки Твій.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2026-09-30T22:06:51Z</dcterms:created>
  <dcterms:modified xsi:type="dcterms:W3CDTF">2026-09-30T22:06:51Z</dcterms:modified>
</cp:coreProperties>
</file>