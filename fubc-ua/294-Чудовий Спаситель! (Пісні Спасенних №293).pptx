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Спаситель!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Чудовий Спаситель!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Цар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надійний і вірний Друг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Своїй благодаті життя дав мені,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блаженство, і радість, і мир.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Скелі надійній захований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 Скеля – Спаситель Ісус,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і захист, і сила моя,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 в час грізних спокус.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6001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807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3713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Христос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Голгофі помер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зняв гніт тяжкий із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злом у житті перемогу дає,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біді помогти Він спішить.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Скелі надійній захований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 Скеля – Спаситель Ісус,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і захист, і сила моя,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 в час грізних спокус.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6001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807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3713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милість безмежну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мене явив: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вічної гибелі спас.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лине усюди сердечний мій спів: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«Як добре з Христом повсякчас!»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Скелі надійній захований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 Скеля – Спаситель Ісус,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і захист, і сила моя,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 в час грізних спокус.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6001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807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3713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почую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труби дивний звук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Друга зустріну свого.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Пастирем вірним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мене Він був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серцем прославлю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Скелі надійній захований 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ця Скеля – Спаситель Ісус,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Ньому і захист, і сила моя,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 в час грізних спокус.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36001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807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3713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2026-09-30T22:07:05Z</dcterms:created>
  <dcterms:modified xsi:type="dcterms:W3CDTF">2026-09-30T22:07:05Z</dcterms:modified>
</cp:coreProperties>
</file>