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Незламну віру в світі зла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№294)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Незламну віру в світі зла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дарує лиш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захитається вона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 горя і спокус.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не скаржиться й тоді,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важко хрест 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знемагає в боротьбі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супроти зла і тьми.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горить святим вогнем,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бурі навкруги,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серця страх людський жене,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сумнів їй чужий.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віру, Господи, зміцняй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постійно у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бачити небесний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сяє вдалині.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2026-09-30T22:07:19Z</dcterms:created>
  <dcterms:modified xsi:type="dcterms:W3CDTF">2026-09-30T22:07:19Z</dcterms:modified>
</cp:coreProperties>
</file>