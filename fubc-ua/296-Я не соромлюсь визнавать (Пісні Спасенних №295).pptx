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соромлюсь визнавать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соромлюсь визнавать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розпʼятого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веління сповіщать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міць Його хреста.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Христі, у Христі я душею 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навіки я прозрів, прозрів.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спасіння вічне придбав,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назавжди щасливим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соромлюсь визнавать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Господа мого.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 мені Він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Духа дав Свого.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Христі, у Христі я душею 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навіки я прозрів, прозрів.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спасіння вічне придбав,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назавжди щасливим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соромлюся нести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зневагу за Христа.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Бог всім кривдникам простить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дасть їм каяття.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Христі, у Христі я душею 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навіки я прозрів, прозрів.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спасіння вічне придбав,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назавжди щасливим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посоромитись не дасть,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надії збереже.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Він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Свій дім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Христі, у Христі я душею 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навіки я прозрів, прозрів.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спасіння вічне придбав,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назавжди щасливим 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2026-09-30T22:07:32Z</dcterms:created>
  <dcterms:modified xsi:type="dcterms:W3CDTF">2026-09-30T22:07:32Z</dcterms:modified>
</cp:coreProperties>
</file>