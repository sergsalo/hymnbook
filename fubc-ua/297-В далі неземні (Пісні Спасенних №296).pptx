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далі неземні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№296)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далі неземні шлях сягає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я ввійти в небеса святі.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Квіти запашні рідко тут цвітуть,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гострі колючки устеляють путь.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Соловейка спів не втішає слух,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виття вовків чути там і тут.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Втому і жагу відчуваю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відпочинку жду від спекоти дня.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у тиші йде нелегкий мій шлях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ураган реве, навіває жах.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поміж лугів,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шум струмка,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під свист вітрів йду до цілі я.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крові слід на шляху земнім,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горя й бід хтось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пройшов по нім.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 цілі йду, хоч суворий шлях,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я знайду лиш у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2026-09-30T22:07:46Z</dcterms:created>
  <dcterms:modified xsi:type="dcterms:W3CDTF">2026-09-30T22:07:46Z</dcterms:modified>
</cp:coreProperties>
</file>