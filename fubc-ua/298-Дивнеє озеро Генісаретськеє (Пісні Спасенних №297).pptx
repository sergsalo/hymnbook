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Дивнеє озеро Генісаретськеє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№297)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Дивнеє озеро Генісаретськеє,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простір води голубий,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відбивало Христа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Назаретського,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весь Його образ живий.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947113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50983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50043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Нині Він Духом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Святим оселяється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наших щасливих серцях,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ж не завжди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відображається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повсякденних ділах.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206320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91776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90836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Може, лежить на нас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пліснява сумнівів,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може, тіснить суєта,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від життєвої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бурі і труднощів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мало в нас видно Христа?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518844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9252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78312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Будем, як озеро Генісаретськеє,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чисті душею завжди,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відібʼється Христа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Назаретського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нас світлий образ святий.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280770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17326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16386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2026-09-30T22:08:01Z</dcterms:created>
  <dcterms:modified xsi:type="dcterms:W3CDTF">2026-09-30T22:08:01Z</dcterms:modified>
</cp:coreProperties>
</file>