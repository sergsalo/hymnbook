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||:3-4:|| · rows:1,2,2,2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||:3-4:|| · rows:1,2,2,2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||:3-4:|| · rows:1,1,2,2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||:3-4:|| · rows:2,1,2,2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 · ||:3-4:||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Знов жити без Бога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№298)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900"/>
              </a:lnSpc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Знов жити без Бога світ кличе мене,</a:t>
            </a:r>
            <a:endParaRPr lang="en-US" sz="4900" dirty="0"/>
          </a:p>
          <a:p>
            <a:pPr algn="ctr" indent="0" marL="0">
              <a:lnSpc>
                <a:spcPts val="5900"/>
              </a:lnSpc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все, чим він вабить,</a:t>
            </a:r>
            <a:endParaRPr lang="en-US" sz="4900" dirty="0"/>
          </a:p>
          <a:p>
            <a:pPr algn="ctr" indent="0" marL="0">
              <a:lnSpc>
                <a:spcPts val="5900"/>
              </a:lnSpc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швидко мине.</a:t>
            </a:r>
            <a:endParaRPr lang="en-US" sz="4900" dirty="0"/>
          </a:p>
          <a:p>
            <a:pPr algn="ctr" indent="0" marL="0">
              <a:lnSpc>
                <a:spcPts val="5900"/>
              </a:lnSpc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мене в житті,</a:t>
            </a:r>
            <a:endParaRPr lang="en-US" sz="4900" dirty="0"/>
          </a:p>
          <a:p>
            <a:pPr algn="ctr" indent="0" marL="0">
              <a:lnSpc>
                <a:spcPts val="5900"/>
              </a:lnSpc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одна марнота,</a:t>
            </a:r>
            <a:endParaRPr lang="en-US" sz="4900" dirty="0"/>
          </a:p>
          <a:p>
            <a:pPr algn="ctr" indent="0" marL="0">
              <a:lnSpc>
                <a:spcPts val="5900"/>
              </a:lnSpc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нема більше щастя,</a:t>
            </a:r>
            <a:endParaRPr lang="en-US" sz="4900" dirty="0"/>
          </a:p>
          <a:p>
            <a:pPr algn="ctr" indent="0" marL="0">
              <a:lnSpc>
                <a:spcPts val="5900"/>
              </a:lnSpc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знати Христа.</a:t>
            </a:r>
            <a:endParaRPr lang="en-US" sz="4900" dirty="0"/>
          </a:p>
        </p:txBody>
      </p:sp>
      <p:sp>
        <p:nvSpPr>
          <p:cNvPr id="3" name="Shape 1"/>
          <p:cNvSpPr/>
          <p:nvPr/>
        </p:nvSpPr>
        <p:spPr>
          <a:xfrm>
            <a:off x="2815171" y="3167634"/>
            <a:ext cx="0" cy="2800350"/>
          </a:xfrm>
          <a:prstGeom prst="line">
            <a:avLst/>
          </a:prstGeom>
          <a:noFill/>
          <a:ln w="23935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82925" y="3167634"/>
            <a:ext cx="0" cy="2800350"/>
          </a:xfrm>
          <a:prstGeom prst="line">
            <a:avLst/>
          </a:prstGeom>
          <a:noFill/>
          <a:ln w="23935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476270" y="4265549"/>
            <a:ext cx="1036320" cy="60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Широким шляхом люди світу ідуть,</a:t>
            </a:r>
            <a:endParaRPr lang="en-US" sz="50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вузенької стежки</a:t>
            </a:r>
            <a:endParaRPr lang="en-US" sz="50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не зведуть.</a:t>
            </a:r>
            <a:endParaRPr lang="en-US" sz="50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буде тяжкою,</a:t>
            </a:r>
            <a:endParaRPr lang="en-US" sz="50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тернистою путь –</a:t>
            </a:r>
            <a:endParaRPr lang="en-US" sz="50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в небо люблячі</a:t>
            </a:r>
            <a:endParaRPr lang="en-US" sz="50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руки ведуть.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2550033" y="3162300"/>
            <a:ext cx="0" cy="2857500"/>
          </a:xfrm>
          <a:prstGeom prst="line">
            <a:avLst/>
          </a:prstGeom>
          <a:noFill/>
          <a:ln w="24423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48063" y="3162300"/>
            <a:ext cx="0" cy="2857500"/>
          </a:xfrm>
          <a:prstGeom prst="line">
            <a:avLst/>
          </a:prstGeom>
          <a:noFill/>
          <a:ln w="24423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43313" y="4279900"/>
            <a:ext cx="10668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Усюди в цім світі зневажений я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те, що про Господа пісня моя.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серце підноситься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вірою знов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Того, Хто має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незмінну любов.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313635" y="275539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84461" y="275539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83521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вірний, незмінний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Друг і Творець,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мені приготовив у небі вінець.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райських небесних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оселях ясних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скоро зустрінуся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сонмом святих.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411705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6391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885451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Христу присвятив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життя все своє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знаю: щасливе майбутнє моє.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Приємно мені з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Ним проводити дні,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буде ще краще у небі мені.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204163" y="354787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93933" y="354787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092993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2026-09-30T22:08:15Z</dcterms:created>
  <dcterms:modified xsi:type="dcterms:W3CDTF">2026-09-30T22:08:15Z</dcterms:modified>
</cp:coreProperties>
</file>