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 Cлавити Господа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 славити Господа,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оспівувати Твоє Ім'я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Ранком милість звіщати Твою,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істину Твою вночі.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розвеселив душу мою,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Господь хвалу даю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Діла Твої великі, мій Отець,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- мій Творець (Ти - мій Творець)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Підведу свої очі до гір,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підніму свої руки в небо.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 я - Ти Господь Святий 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над землею вище всіх.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розвеселив душу мою,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Господь хвалу даю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Діла Твої великі, мій Отець,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- мій Творець (Ти - мій Творець)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Охорона моя!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мій Бог і моя Твердиня!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землею в святих небесах -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cлава Твоя повік віків!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розвеселив душу мою,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Тобі Господь хвалу даю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Діла Твої великі, мій Отець,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- мій Творець (Ти - мій Творець)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2026-09-19T20:19:33Z</dcterms:created>
  <dcterms:modified xsi:type="dcterms:W3CDTF">2026-09-19T20:19:33Z</dcterms:modified>
</cp:coreProperties>
</file>