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 Cлавити Господа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 славити Господа,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оспівувати Твоє Ім'я.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Ранком милість звіщати Твою,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істину Твою вночі.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розвеселив душу мою,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Господь хвалу даю.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Діла Твої великі, мій Отець,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- мій Творець.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Підведу свої очі до гір,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підніму свої руки в небо.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Знаю я - Ти Господь Святий,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над землею вище всіх.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розвеселив душу мою,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Господь хвалу даю.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Діла Твої великі, мій Отець,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- мій Творець.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Господи, Охорона моя!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мій Бог і моя Твердиня!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 землею в святих небесах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cлава Твоя повік віків!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розвеселив душу мою,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Господь хвалу даю.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Діла Твої великі, мій Отець,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- мій Творець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2026-09-20T07:30:47Z</dcterms:created>
  <dcterms:modified xsi:type="dcterms:W3CDTF">2026-09-20T07:30:47Z</dcterms:modified>
</cp:coreProperties>
</file>