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Благо Cлавити Господа</a:t>
            </a:r>
            <a:endParaRPr lang="en-US" sz="5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Благо славити Господа,</a:t>
            </a:r>
            <a:endParaRPr lang="en-US" sz="5300" dirty="0"/>
          </a:p>
          <a:p>
            <a:pPr algn="ctr" indent="0" marL="0">
              <a:buNone/>
            </a:pPr>
            <a:r>
              <a:rPr lang="en-US" sz="5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оспівувати Твоє Ім'я.</a:t>
            </a:r>
            <a:endParaRPr lang="en-US" sz="5300" dirty="0"/>
          </a:p>
          <a:p>
            <a:pPr algn="ctr" indent="0" marL="0">
              <a:buNone/>
            </a:pPr>
            <a:r>
              <a:rPr lang="en-US" sz="5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Ранком милість звіщати Твою,</a:t>
            </a:r>
            <a:endParaRPr lang="en-US" sz="5300" dirty="0"/>
          </a:p>
          <a:p>
            <a:pPr algn="ctr" indent="0" marL="0">
              <a:buNone/>
            </a:pPr>
            <a:r>
              <a:rPr lang="en-US" sz="5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істину Твою вночі.</a:t>
            </a:r>
            <a:endParaRPr lang="en-US" sz="5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3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 розвеселив душу мою,</a:t>
            </a:r>
            <a:endParaRPr lang="en-US" sz="5300" dirty="0"/>
          </a:p>
          <a:p>
            <a:pPr algn="ctr" indent="0" marL="0">
              <a:buNone/>
            </a:pPr>
            <a:r>
              <a:rPr lang="en-US" sz="53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Тобі Господь хвалу даю.</a:t>
            </a:r>
            <a:endParaRPr lang="en-US" sz="5300" dirty="0"/>
          </a:p>
          <a:p>
            <a:pPr algn="ctr" indent="0" marL="0">
              <a:buNone/>
            </a:pPr>
            <a:r>
              <a:rPr lang="en-US" sz="53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Діла Твої великі, мій Отець,</a:t>
            </a:r>
            <a:endParaRPr lang="en-US" sz="5300" dirty="0"/>
          </a:p>
          <a:p>
            <a:pPr algn="ctr" indent="0" marL="0">
              <a:buNone/>
            </a:pPr>
            <a:r>
              <a:rPr lang="en-US" sz="53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 - мій Творець.</a:t>
            </a:r>
            <a:endParaRPr lang="en-US" sz="5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Підведу свої очі до гір,</a:t>
            </a:r>
            <a:endParaRPr lang="en-US" sz="5300" dirty="0"/>
          </a:p>
          <a:p>
            <a:pPr algn="ctr" indent="0" marL="0">
              <a:buNone/>
            </a:pPr>
            <a:r>
              <a:rPr lang="en-US" sz="5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підніму свої руки в небо.</a:t>
            </a:r>
            <a:endParaRPr lang="en-US" sz="5300" dirty="0"/>
          </a:p>
          <a:p>
            <a:pPr algn="ctr" indent="0" marL="0">
              <a:buNone/>
            </a:pPr>
            <a:r>
              <a:rPr lang="en-US" sz="5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Знаю я - Ти Господь Святий,</a:t>
            </a:r>
            <a:endParaRPr lang="en-US" sz="5300" dirty="0"/>
          </a:p>
          <a:p>
            <a:pPr algn="ctr" indent="0" marL="0">
              <a:buNone/>
            </a:pPr>
            <a:r>
              <a:rPr lang="en-US" sz="5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над землею вище всіх.</a:t>
            </a:r>
            <a:endParaRPr lang="en-US" sz="5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3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 розвеселив душу мою,</a:t>
            </a:r>
            <a:endParaRPr lang="en-US" sz="5300" dirty="0"/>
          </a:p>
          <a:p>
            <a:pPr algn="ctr" indent="0" marL="0">
              <a:buNone/>
            </a:pPr>
            <a:r>
              <a:rPr lang="en-US" sz="53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Тобі Господь хвалу даю.</a:t>
            </a:r>
            <a:endParaRPr lang="en-US" sz="5300" dirty="0"/>
          </a:p>
          <a:p>
            <a:pPr algn="ctr" indent="0" marL="0">
              <a:buNone/>
            </a:pPr>
            <a:r>
              <a:rPr lang="en-US" sz="53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Діла Твої великі, мій Отець,</a:t>
            </a:r>
            <a:endParaRPr lang="en-US" sz="5300" dirty="0"/>
          </a:p>
          <a:p>
            <a:pPr algn="ctr" indent="0" marL="0">
              <a:buNone/>
            </a:pPr>
            <a:r>
              <a:rPr lang="en-US" sz="53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 - мій Творець.</a:t>
            </a:r>
            <a:endParaRPr lang="en-US" sz="5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Господи, Охорона моя!</a:t>
            </a:r>
            <a:endParaRPr lang="en-US" sz="5300" dirty="0"/>
          </a:p>
          <a:p>
            <a:pPr algn="ctr" indent="0" marL="0">
              <a:buNone/>
            </a:pPr>
            <a:r>
              <a:rPr lang="en-US" sz="5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 мій Бог і моя Твердиня!</a:t>
            </a:r>
            <a:endParaRPr lang="en-US" sz="5300" dirty="0"/>
          </a:p>
          <a:p>
            <a:pPr algn="ctr" indent="0" marL="0">
              <a:buNone/>
            </a:pPr>
            <a:r>
              <a:rPr lang="en-US" sz="5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Над землею в святих небесах -</a:t>
            </a:r>
            <a:endParaRPr lang="en-US" sz="5300" dirty="0"/>
          </a:p>
          <a:p>
            <a:pPr algn="ctr" indent="0" marL="0">
              <a:buNone/>
            </a:pPr>
            <a:r>
              <a:rPr lang="en-US" sz="5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cлава Твоя повік віків!</a:t>
            </a:r>
            <a:endParaRPr lang="en-US" sz="5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3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 розвеселив душу мою,</a:t>
            </a:r>
            <a:endParaRPr lang="en-US" sz="5300" dirty="0"/>
          </a:p>
          <a:p>
            <a:pPr algn="ctr" indent="0" marL="0">
              <a:buNone/>
            </a:pPr>
            <a:r>
              <a:rPr lang="en-US" sz="53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Тобі Господь хвалу даю.</a:t>
            </a:r>
            <a:endParaRPr lang="en-US" sz="5300" dirty="0"/>
          </a:p>
          <a:p>
            <a:pPr algn="ctr" indent="0" marL="0">
              <a:buNone/>
            </a:pPr>
            <a:r>
              <a:rPr lang="en-US" sz="53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Діла Твої великі, мій Отець,</a:t>
            </a:r>
            <a:endParaRPr lang="en-US" sz="5300" dirty="0"/>
          </a:p>
          <a:p>
            <a:pPr algn="ctr" indent="0" marL="0">
              <a:buNone/>
            </a:pPr>
            <a:r>
              <a:rPr lang="en-US" sz="53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 - мій Творець</a:t>
            </a:r>
            <a:endParaRPr lang="en-US" sz="5300" dirty="0"/>
          </a:p>
          <a:p>
            <a:pPr algn="ctr" indent="0" marL="0">
              <a:buNone/>
            </a:pPr>
            <a:endParaRPr lang="en-US" sz="5300" dirty="0"/>
          </a:p>
          <a:p>
            <a:pPr algn="ctr" indent="0" marL="0">
              <a:buNone/>
            </a:pPr>
            <a:r>
              <a:rPr lang="en-US" sz="53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5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2026-09-21T05:33:09Z</dcterms:created>
  <dcterms:modified xsi:type="dcterms:W3CDTF">2026-09-21T05:33:09Z</dcterms:modified>
</cp:coreProperties>
</file>