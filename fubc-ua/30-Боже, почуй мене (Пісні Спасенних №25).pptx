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почуй мене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№25)</a:t>
            </a:r>
            <a:endParaRPr lang="en-US" sz="5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почуй мене, мій дух потіш,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допоможи Тебе любити більш;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допоможи Тебе, допоможи Тебе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любити більш, любити більш.</a:t>
            </a:r>
            <a:endParaRPr lang="en-US" sz="5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сил, щоб ця любов в душі моїй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палала, мов вогонь, і гріла всіх,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палала, мов вогонь, 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палала, мов вогонь,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гріла всіх, і гріла всіх.</a:t>
            </a:r>
            <a:endParaRPr lang="en-US" sz="5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Даремно в марноті я мир шукав;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Своїй любові Ти блаженство дав;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Своїй любові Ти, 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Своїй любові Ти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блаженство дав, блаженство дав.</a:t>
            </a:r>
            <a:endParaRPr lang="en-US" sz="5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Навіть як у пітьмі йтиме мій шлях,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хочу Тебе й тоді любити я,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хочу Тебе й тоді, хочу Тебе й тоді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любити я, любити я.</a:t>
            </a:r>
            <a:endParaRPr lang="en-US" sz="5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перейду в життя крізь смерті ніч,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любити буду я Тебе сильніш,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любити буду я, любити буду я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Тебе сильніш, Тебе сильніш.</a:t>
            </a:r>
            <a:endParaRPr lang="en-US" sz="5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славний Божий храм, 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вічний день,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любитиму я там ще більш Тебе,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любитиму я там, любитиму я там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ще більш Тебе, ще більш Тебе.</a:t>
            </a:r>
            <a:endParaRPr lang="en-US" sz="50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2026-09-25T20:29:06Z</dcterms:created>
  <dcterms:modified xsi:type="dcterms:W3CDTF">2026-09-25T20:29:06Z</dcterms:modified>
</cp:coreProperties>
</file>