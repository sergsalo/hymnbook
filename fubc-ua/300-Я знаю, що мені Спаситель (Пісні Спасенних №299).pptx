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мені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мені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небі місце обіцяв,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придбав для мене вічне,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дитям Своїм мене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 ніхто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розлучить із Христом;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придбав для мене вічне,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дитям Своїм мене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скорила: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тяжко на хресті страждав;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мене омила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дитям Господнім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 ніхто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розлучить із Христом;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мене омила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дитям Господнім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всім серцем довіряюсь: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знає все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ніжно утішає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вислуховує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 ніхто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розлучить із Христом;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ніжно утішає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вислуховує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Його я дожидаю;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гряде на землю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забере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Свій чудовий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 ніхто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розлучить із Христом;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забере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Свій чудовий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 вже прийде скоро,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візьме Сам мене туди,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Царстві правди, в Царстві Божім,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повіки буду з Ним.</a:t>
            </a:r>
            <a:endParaRPr lang="en-US" sz="4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 ніхто вже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розлучить із Христом;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Царстві правди, в Царстві Божім,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повіки буду з Ним.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2026-09-30T22:08:29Z</dcterms:created>
  <dcterms:modified xsi:type="dcterms:W3CDTF">2026-09-30T22:08:29Z</dcterms:modified>
</cp:coreProperties>
</file>