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життя, наче море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життя, наче море,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страшною злобою кипить,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навколо лиш сльози і горе,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знемагає, болить.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боремось, сили втрачаєм,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вірим: поможе нам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пристань спокійна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пристань – небесний чертог.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життя, наче море,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пітьма непроглядна навкруг,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бачим ні в чому опори,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знаєм, хто ворог, хто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боремось, сили втрачаєм,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вірим: поможе нам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пристань спокійна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пристань – небесний чертог.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життя, наче море...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світло горить з маяка.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човен крізь бурі і шторми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проводить Господня рука.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боремось, сили втрачаєм,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вірим: поможе нам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пристань спокійна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пристань – небесний чертог.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2026-09-30T22:08:42Z</dcterms:created>
  <dcterms:modified xsi:type="dcterms:W3CDTF">2026-09-30T22:08:42Z</dcterms:modified>
</cp:coreProperties>
</file>