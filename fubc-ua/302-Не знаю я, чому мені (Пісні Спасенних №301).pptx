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чому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чому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Бог відкрив,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мене навіки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знаю, у Кого вірю!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мене з Богом не розлучить!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безмежно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край введе.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знаю, як Господь вселив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серце віри дар,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душу мертву оживив,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вічне 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знаю, у Кого вірю!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мене з Богом не розлучить!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безмежно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край введе.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 я, як Дух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злого береже,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зміцнює мене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святості веде.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знаю, у Кого вірю!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мене з Богом не розлучить!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безмежно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край введе.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знаю, як Господь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підійме в небеса: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візьме душу через смерть,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чи, може, прийде Сам.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знаю, у Кого вірю!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мене з Богом не розлучить!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безмежно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край введе.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2026-09-30T22:08:56Z</dcterms:created>
  <dcterms:modified xsi:type="dcterms:W3CDTF">2026-09-30T22:08:56Z</dcterms:modified>
</cp:coreProperties>
</file>