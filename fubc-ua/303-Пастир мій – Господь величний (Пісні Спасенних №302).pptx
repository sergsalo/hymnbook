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 мій – Господь величний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 мій – Господь величний,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не знаю я нужди.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розкішних пасовищах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пасе мене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 шлях мій направляє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живих і тихих вод,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Словом підкріпляє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всіх земних скорбот.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проходить шлях в долині,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царюють смерть і тьма,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цілком свою надію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покладаю на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зі мною добрий Пастир,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посох й жезл в Його руці,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тривозі і в нещасті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заспокоюють дух мій.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щире я бажання: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вечері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тому я без вагання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в небесний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2026-09-30T22:09:10Z</dcterms:created>
  <dcterms:modified xsi:type="dcterms:W3CDTF">2026-09-30T22:09:10Z</dcterms:modified>
</cp:coreProperties>
</file>