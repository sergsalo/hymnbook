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Відбиваючись в блакиті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Відбиваючись в блакиті,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морі човен проплива,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 лагідна тремтить ледь,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й хмарочки нема.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під вечір вітер грізний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хвилю тиху розбудив,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небосхил яскраво блиснув,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сильно грім загуркотів.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Уночі в бурхливім морі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враз плавці відчули страх,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небезпеці цій невдовзі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зникла віра у серцях.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Той, Хто спав спокійно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учнів на кормі,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 вернути їм надію,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заспокоїти в біді.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Учні Вчителя збудили,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їх жах усіх обняв,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схвильовано просили,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Він їх порятував.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Владу мав Христос безмірну,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бурі змовкнути звелів,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учнів Він за їх невіру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ніжним словом докорив.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 життєвім морі часто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випробовує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загартовує в нещастях,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 в дні скорбот.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Ісус завжди бажає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укріпляти віру в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горі не лишає,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у кожний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2026-09-30T22:09:24Z</dcterms:created>
  <dcterms:modified xsi:type="dcterms:W3CDTF">2026-09-30T22:09:24Z</dcterms:modified>
</cp:coreProperties>
</file>