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– мій Пастир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№304)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– мій Пастир, я із Ним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знатиму нужди;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 Він спокій в душу влив,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Ним так добре йти.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пишних пасовиськах Він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завжди пасе,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водою поїть день при дні,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дає потрібне все.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долом смертних тіней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піти не побоюсь: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руці Христа – рука моя,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неї я держусь.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Приготував трапезу Він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ворогах моїх.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шлях в небесний вічний дім,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покров від бур усіх.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Добром Він душу наситив,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 із Ним.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 Він голову змастив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єлеєм дорогим.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Веди ж мене в блаженний край,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радість жде і мир,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ніколи не лишай,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Пастирю благий!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2026-09-30T22:09:39Z</dcterms:created>
  <dcterms:modified xsi:type="dcterms:W3CDTF">2026-09-30T22:09:39Z</dcterms:modified>
</cp:coreProperties>
</file>