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Вір, душе, надійся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№305)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«Вір, душе, надійся,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– Спаситель твій,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ворога не бійся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борні важкій.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шляху тернистім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вічність проведу,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 тобою всюди,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вір, що Я тебе люблю».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Ні, я не один!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Бог мене не залишить,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ні, я не буду один!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671087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27009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26069" y="23362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Ні, я не один!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Бог мене не залишить,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ні, я не буду один!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671087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27009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26069" y="23362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краса зівʼяне,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сила упаде,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рука Господня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далі поведе.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залишать друзі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 важкий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Господь зі мною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дорозі завжди йде.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Ні, я не один!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Бог мене не залишить,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ні, я не буду один!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671087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27009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26069" y="23362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Ні, я не один!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Бог мене не залишить,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ні, я не буду один!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671087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27009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26069" y="23362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важка дорога,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нелегке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чую Божий голос: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«Ти – Моє дитя!»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Знаю, що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вірних проведе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небесну славу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їх навік введе.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Ні, я не один!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Бог мене не залишить,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ні, я не буду один!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671087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27009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26069" y="23362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Ні, я не один!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Бог мене не залишить,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ні, я не буду один!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671087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27009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26069" y="23362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2026-09-30T22:09:53Z</dcterms:created>
  <dcterms:modified xsi:type="dcterms:W3CDTF">2026-09-30T22:09:53Z</dcterms:modified>
</cp:coreProperties>
</file>