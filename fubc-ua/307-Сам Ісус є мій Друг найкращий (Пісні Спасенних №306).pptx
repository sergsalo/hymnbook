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Ісус є мій Друг найкращий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№306)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Ісус є мій Друг найкращий,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Провідник в країну неземну.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Рани серця Він зцілив,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 утіх лиш в Нім.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Ісус є мій Друг найкращий!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є мій Друг найкращий,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є мій Друг найкращий!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Чує Він мою мольбу,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дає Свою.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Ісус є мій Друг найкращий!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 Ісусі знайшов я Друга,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і радість Він душі дає.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зі мною мій Ісус,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нічого не боюсь.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Ісус є мій Друг найкращий!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є мій Друг найкращий,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є мій Друг найкращий!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Чує Він мою мольбу,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дає Свою.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Ісус є мій Друг найкращий!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мене у життєвім морі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зустрічає грізний буревій,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не мучить страх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Спаситель береже.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Ісус є мій Друг найкращий!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є мій Друг найкращий,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є мій Друг найкращий!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Чує Він мою мольбу,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дає Свою.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Ісус є мій Друг найкращий!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коли я прийду у небо,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завітний неозорий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поллється пісня там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Спасителя Христа: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«Сам Ісус є мій Друг найкращий!»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є мій Друг найкращий,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є мій Друг найкращий!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Чує Він мою мольбу,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дає Свою.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Ісус є мій Друг найкращий!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2026-09-30T22:10:08Z</dcterms:created>
  <dcterms:modified xsi:type="dcterms:W3CDTF">2026-09-30T22:10:08Z</dcterms:modified>
</cp:coreProperties>
</file>