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 я йду в дорогу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№307)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 я йду в дорогу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всіх земних тривог,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злякаюся нічого,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зі мною вічний Бог.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реве життєве море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загрожує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вірою дивлюся вгору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ці часи тяжкі й сумні.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Ісус у муках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мої гріхи вмирав,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Йому пробили руки,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мене смерть прийняв.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Господа хвалити,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серцем тішитися в 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Христа не міг би жити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ввійти у вічний дім.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ран Своїх глибоких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гріхи мої Він змив.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знайшов бажаний спокій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чому я так зрадів.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на мене світ повстане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покину Божий шлях,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йти до Ханаану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Ісусових слідах.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бажаєш щастя мати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звільнитись від провин,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спіши Христа прийняти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простити може Він.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Господь дарує волю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поневоленим серцям,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і щасливу долю...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впади до ніг Христа!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2026-09-30T22:10:22Z</dcterms:created>
  <dcterms:modified xsi:type="dcterms:W3CDTF">2026-09-30T22:10:22Z</dcterms:modified>
</cp:coreProperties>
</file>