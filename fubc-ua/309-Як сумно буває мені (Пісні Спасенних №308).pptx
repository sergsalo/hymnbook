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сумно буває мені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№308)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сумно буває мені,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я не бачу Христа,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спокою не маю тоді,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змовкають, змовкають, змовкають,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змовкають, німіють уста.</a:t>
            </a:r>
            <a:endParaRPr lang="en-US" sz="5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Ніщо не втішає мене,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ніби все мертве кругом;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раєм пустиня стає,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я, коли я, коли 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я в союзі з Христом.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Ісусі все щастя моє,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Ним радісно в небо іду;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в серці моєму живе,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Йому я, Йому я, Йому 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Йому я співаю хвалу.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2026-09-30T22:10:37Z</dcterms:created>
  <dcterms:modified xsi:type="dcterms:W3CDTF">2026-09-30T22:10:37Z</dcterms:modified>
</cp:coreProperties>
</file>