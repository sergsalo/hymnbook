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Милосердний Спасе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Милосердний Спасе,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будь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Твій ніжний голос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чути ми могли.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яка то радість,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Ти, Боже, з нами,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нас підкріпляєш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вічними словами,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даєш.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цей світ скорботний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 небес зійшов,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Голгофськім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явив любов;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провини наші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ніс тяжкі страждання,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нам, грішним людям,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дати оправдання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вічне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охороняєш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нас, Твоїх овець,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незмінно любиш,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дітей отець.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Укріпляй в нас віру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наповнюй Духом,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для нас постійно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найкращим Другом,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 подавай.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 шлях тернистий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святості пройти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плоди для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добрі принести.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 Тебе погляд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підіймати,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Тебе могли 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 прославляти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Царстві Твоїм.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2026-09-25T21:00:12Z</dcterms:created>
  <dcterms:modified xsi:type="dcterms:W3CDTF">2026-09-25T21:00:12Z</dcterms:modified>
</cp:coreProperties>
</file>