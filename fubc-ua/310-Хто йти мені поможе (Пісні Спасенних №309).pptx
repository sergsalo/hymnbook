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йти мені поможе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№309)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йти мені поможе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 вічний і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підтримати хто зможе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віру хто зміцнить?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небесах хто прийме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мирний, затишний дім?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Христос, Спаситель дивний,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сміливо йду за Ним.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Опорою хто буде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день скорботний, злий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про мене не забуде,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підбадьорить мій?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 горі не залишить,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утіху дасть мені?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Христос, мій Утішитель,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дарує сил тоді.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всі простить провини,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душі пошле?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у тяжкі хвилини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серце свій мир проллє?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дар безцінний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множить у душі?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Христос, мій Пастир вірний,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Він дає мені.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вірних зустрічає,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йдуть в небесний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хто їх увінчає,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нагороду їм?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жив і буде 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з Ним повік і я?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Христос, мій Відкупитель,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Світло і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2026-09-30T22:10:51Z</dcterms:created>
  <dcterms:modified xsi:type="dcterms:W3CDTF">2026-09-30T22:10:51Z</dcterms:modified>
</cp:coreProperties>
</file>