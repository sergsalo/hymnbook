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Подібним хочу бути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Подібним хочу бути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Господа свого,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нести бажаю всюди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про Його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прийшов на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за грішний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був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 Його Завіт.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Люблю Христа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став рабом Його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радістю працюю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свого.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прийшов на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за грішний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був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 Його Завіт.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прагну так прожити,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вчать Його слова,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завжди коритись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йти у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прийшов на землю,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за грішний світ,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був спасенний,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прийняв Його Завіт.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2026-09-30T22:11:07Z</dcterms:created>
  <dcterms:modified xsi:type="dcterms:W3CDTF">2026-09-30T22:11:07Z</dcterms:modified>
</cp:coreProperties>
</file>