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Господнє Слово, предвічне, дивне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№311)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Господнє Слово, предвічне, дивне,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вселяє віру могутню в серце,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 би згасла в житті надія,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дасть.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дійсно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у світі змінилось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погасли зірки на небі,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Він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час страждання, як слабне віра,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втрачаю сили й тривога в серці,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Слово Боже дає утіху: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дійсно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у світі змінилось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погасли зірки на небі,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Він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спокуси мене тривожать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Господня сила зміцняє душу,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співаю в живій надії: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дійсно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у світі змінилось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погасли зірки на небі,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Він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воскреснуть всі діти Божі,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їх зустріне Христос на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переможцям вінці Він вручить;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дійсно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у світі змінилось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погасли зірки на небі,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обіцяв Бог, те Він дасть.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2026-09-30T22:11:23Z</dcterms:created>
  <dcterms:modified xsi:type="dcterms:W3CDTF">2026-09-30T22:11:23Z</dcterms:modified>
</cp:coreProperties>
</file>