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Благодатна Скеля 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№312)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Благодатна Скеля 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Ній життя усе моє.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гріхів, пороків, зла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Скеля ця мене спасла;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Неї струменить вода,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чиста і свята.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надії на життя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блукав у світі зла.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Довго гріх мене тримав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спокою я не мав.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знайшов я спокій свій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Скелі вічній і святій.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прийшов у каятті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гріхи мої простив.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був бідний – Він мені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Царство в небі заповів,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відкупив і оправдав,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Скелі правди заховав.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благодатній Скелі цій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знайшов притулок свій,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дні тривоги чи біди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спокійний в Ній завжди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нічого не боюсь: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Скеля ця – Христос Ісус.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2026-09-30T22:11:40Z</dcterms:created>
  <dcterms:modified xsi:type="dcterms:W3CDTF">2026-09-30T22:11:40Z</dcterms:modified>
</cp:coreProperties>
</file>