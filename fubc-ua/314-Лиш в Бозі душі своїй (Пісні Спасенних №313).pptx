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Бозі душі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Бозі душі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спокій,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щастя дарує 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 глибокий.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 і скеля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земних спокусах,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буря грозить душі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покров в Ісусі.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мій оплот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захист маю,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всі життєві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довіряю.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розлучити з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не зможе,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силу душа знайшла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переможу.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Притулок я для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в Ісусі,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сумніви не страшні,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молюся.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спокій навік придбав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дав щастя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серце любов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не погасне.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2026-09-30T22:11:56Z</dcterms:created>
  <dcterms:modified xsi:type="dcterms:W3CDTF">2026-09-30T22:11:56Z</dcterms:modified>
</cp:coreProperties>
</file>