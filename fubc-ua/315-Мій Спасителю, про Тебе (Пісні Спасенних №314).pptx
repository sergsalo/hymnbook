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Спасителю, про Тебе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№314)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Спасителю, про Тебе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гімн душі співаю 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шляху земному в небо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звучить хвала моя.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цьому гімні – серцю спокій,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 небесної краси,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ньому віри дух високий,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цей гімн, Ісусе, – Ти.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важкий, та гімн прекрасний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помагає далі йти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безмежним вічним щастям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наповнює в путі.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цьому гімні – серцю спокій,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 небесної краси,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ньому віри дух високий,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цей гімн, Ісусе, – Ти.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коли прийду я в вічність,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уст моїх поллється знов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нескінченний гімн величний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Твою святу любов.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цьому гімні – серцю спокій,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 небесної краси,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ньому віри дух високий,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цей гімн, Ісусе, – 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2026-09-30T22:12:12Z</dcterms:created>
  <dcterms:modified xsi:type="dcterms:W3CDTF">2026-09-30T22:12:12Z</dcterms:modified>
</cp:coreProperties>
</file>