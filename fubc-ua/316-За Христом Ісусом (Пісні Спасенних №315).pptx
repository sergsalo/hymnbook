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Ісусом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№315)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Ісусом я готовий іти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луги зелені і до чистої води.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піду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всюди, я піду за Ним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радісно у небеса, де рідний дім.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іти буду всюди,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піду вслід за Ним, за Ісусом!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піду,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піду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куди б Він не повів – піду за Ним.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Ісусом я готовий 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натиснуть бурі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повіють злі вітри.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 Його рукою я нічого не боюсь: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біди і горя захистить Ісус.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іти буду всюди,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піду вслід за Ним, за Ісусом!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піду,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піду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куди б Він не повів – піду за Ним.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Ісусом я готовий 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долинах і по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горах буде Він вести.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нелегко буде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йтиму по Його слідах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радісну країну, в світлі небеса.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іти буду всюди,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піду вслід за Ним, за Ісусом!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піду,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Христом піду 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куди б Він не повів – піду за Ним.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2026-09-30T22:12:27Z</dcterms:created>
  <dcterms:modified xsi:type="dcterms:W3CDTF">2026-09-30T22:12:27Z</dcterms:modified>
</cp:coreProperties>
</file>