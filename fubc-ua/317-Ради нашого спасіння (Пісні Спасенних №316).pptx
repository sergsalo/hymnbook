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Ради нашого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№316)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Ради нашого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Син прийшов з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Пастир добрий і незмінний,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милосердний до овець.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знайти слова і силу,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 хвалою на вустах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розказать, які щасливі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вівці Пастиря-Христа?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навколо гріх чигає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заховані в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тривоги не лякають: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провадить на путі.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хвороба нас терзає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томиться душа,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лікує, утішає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дивний Пастир наш.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Пастирю усіх спасенних,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вірних вибраних Твоїх,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провадь у край блаженний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істинним Своїм.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2026-09-30T22:12:44Z</dcterms:created>
  <dcterms:modified xsi:type="dcterms:W3CDTF">2026-09-30T22:12:44Z</dcterms:modified>
</cp:coreProperties>
</file>