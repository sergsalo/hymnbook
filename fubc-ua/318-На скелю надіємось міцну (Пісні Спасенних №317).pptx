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скелю надіємось міцну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№317)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скелю надіємось міцну,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скеля – Христос Спаситель,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служили ми всі колись гріху,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– наш Відкупитель.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Господь – скеля нам,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Господь – скеля нам,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надіємось тільки на Нього ми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Господа Христа.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Свої сподівання на піску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немудрі всі будували,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але від надій цих після бур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 знаку не залишалось.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Господь – скеля нам,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Господь – скеля нам,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надіємось тільки на Нього ми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Господа Христа.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Тож Скелю знайдіть усі міцну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 життя ви на ній будуйте,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для будування на піску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 часу не марнуйте.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Господь – скеля нам,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Господь – скеля нам,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надіємось тільки на Нього ми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Господа Христа.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2026-09-30T22:13:00Z</dcterms:created>
  <dcterms:modified xsi:type="dcterms:W3CDTF">2026-09-30T22:13:00Z</dcterms:modified>
</cp:coreProperties>
</file>