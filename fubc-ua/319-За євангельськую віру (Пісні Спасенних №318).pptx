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євангельськую віру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№318)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євангельськую віру,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Христа постоїмо,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 панує зло без міри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Ісусом вслід йдемо.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 єдиною сімʼєю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сміло йдім вузьким шляхом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щирим серцем і душею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святим Вождем Христом.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Розгорівся бій жорстокий,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бій за правду, за життя.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Прапор здіймемо високо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Відкупителя Христа.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 єдиною сімʼєю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сміло йдім вузьким шляхом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щирим серцем і душею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святим Вождем Христом.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байдужім грішнім світі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зневажається Господь.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євангельські завіти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стоїть Його народ.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 єдиною сімʼєю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сміло йдім вузьким шляхом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щирим серцем і душею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святим Вождем Христом.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Будем сміло захищати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правди Божої завіт,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будем завжди жити свято,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Христа побачив світ.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 єдиною сімʼєю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сміло йдім вузьким шляхом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щирим серцем і душею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святим Вождем Христом.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2026-09-30T22:13:15Z</dcterms:created>
  <dcterms:modified xsi:type="dcterms:W3CDTF">2026-09-30T22:13:15Z</dcterms:modified>
</cp:coreProperties>
</file>