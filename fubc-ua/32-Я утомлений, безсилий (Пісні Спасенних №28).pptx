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утомлений, безсилий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утомлений, безсилий,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до Тебе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нові у Тебе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спокій для душі знайду.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до Тебе йду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оживи мене, молю,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постійно Духом,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серцю дай любов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печалях знемагаю,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зможу де знайти?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Тобі її шукаю,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ощасливиш тільки 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до Тебе йду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оживи мене, молю,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постійно Духом,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серцю дай любов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Утішай мій дух журливий,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мене щодня,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мені пройти правдиво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тернистий до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до Тебе йду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оживи мене, молю,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постійно Духом,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серцю дай любов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коли не стане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скорботи йти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Ти мене нестимеш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руках Своїх тоді.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до Тебе йду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оживи мене, молю,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постійно Духом,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серцю дай любов Свою.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2026-09-25T21:00:39Z</dcterms:created>
  <dcterms:modified xsi:type="dcterms:W3CDTF">2026-09-25T21:00:39Z</dcterms:modified>
</cp:coreProperties>
</file>