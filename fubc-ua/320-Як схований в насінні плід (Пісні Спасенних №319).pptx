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схований в насінні плід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схований в насінні плід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колосок – в зерні,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Христос живе 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щасливий з Ним.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Христос живе!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Христос живе!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дивний Божий дар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живе в мені!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Блукав в гріхах без світла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марно тратив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ожила душа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живе в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Христос живе!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Христос живе!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дивний Божий дар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живе в мені!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згадую про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Він в мені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бажання ще сильніш росте: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віддати все.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Христос живе!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Христос живе!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дивний Божий дар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живе в мені!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2026-09-30T22:13:31Z</dcterms:created>
  <dcterms:modified xsi:type="dcterms:W3CDTF">2026-09-30T22:13:31Z</dcterms:modified>
</cp:coreProperties>
</file>