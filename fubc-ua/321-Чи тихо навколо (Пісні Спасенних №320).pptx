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||:3-4:||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||:3-4:||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||:3-4:||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||:3-4:||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 тихо навколо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№320)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 тихо навколо, чи гнівно реве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людського життя буревій,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душі моїй завжди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спогад живе,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Ісусе, про муки Твої.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484349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13747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812807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 горе, ні сльози, ні глум ворогів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змусять забути той час,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серце Богу в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молитві відкрив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мене Він від гибелі спас.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488796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09300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08360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взяв покірно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Себе мій гріх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муках жахливих вмирав.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душу мою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убілив, наче сніг,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спасіння мені дарував.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071599" y="354787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26497" y="354787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25557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Боже мій любий,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скоріше прийди: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чекають Тебе всі святі!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стомлені душі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скоріше візьми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оселі Свої дорогі.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646807" y="354787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51289" y="354787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50349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2026-09-30T22:13:48Z</dcterms:created>
  <dcterms:modified xsi:type="dcterms:W3CDTF">2026-09-30T22:13:48Z</dcterms:modified>
</cp:coreProperties>
</file>