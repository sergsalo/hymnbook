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 я, що день несе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№321)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 я, що день несе,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 тривожусь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дивлюсь на Твій, Ісусе, хрест,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відрада в нім моя.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руках Твоїх життя моє,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Своїм шляхом веди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світло Ти вночі,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злих стихій покров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 я, що день несе,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знаю лиш одне: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за Тобою вслід іде,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Ти мир даєш.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руках Твоїх життя моє,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Своїм шляхом веди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світло Ти вночі,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злих стихій покров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 я, що день несе: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радість знов, чи сум,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знаю: любиш Ти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день світлий і в грозу.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руках Твоїх життя моє,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Своїм шляхом веди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світло Ти вночі,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злих стихій покров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 я, що день несе;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є, прийму його.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Тобі віддав я все,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Пастир мій і Бог.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руках Твоїх життя моє,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Своїм шляхом веди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світло Ти вночі,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злих стихій покров душі.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2026-09-30T22:14:02Z</dcterms:created>
  <dcterms:modified xsi:type="dcterms:W3CDTF">2026-09-30T22:14:02Z</dcterms:modified>
</cp:coreProperties>
</file>