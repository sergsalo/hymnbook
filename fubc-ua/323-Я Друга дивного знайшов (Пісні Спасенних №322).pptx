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Друга дивного знайшов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Друга дивного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найкращий Він на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дізнався про Його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Нового Заповіту.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Друга полюбив свого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безмежною любовʼю;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мій тепер, і я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обмитий кровʼю.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Друга вірного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більш такого,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до Себе Він прийняв,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нужденного й слабого.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Провідник мій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йде завжди зі мною,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мене Він 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всесильною рукою.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Святого Друга маю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добрий мій Учитель,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Нім надія вся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– мій Відкупитель.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хто ж мене розлучить з Ним: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чи смерть, чи горе?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йду з Христом моїм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 життєвім морі.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2026-09-30T22:14:18Z</dcterms:created>
  <dcterms:modified xsi:type="dcterms:W3CDTF">2026-09-30T22:14:18Z</dcterms:modified>
</cp:coreProperties>
</file>