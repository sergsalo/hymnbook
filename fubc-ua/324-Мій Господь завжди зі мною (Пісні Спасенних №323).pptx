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завжди зі мною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завжди зі мною.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є краще в світі цім?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дорогою вузькою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направляє в вічний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 в моїм житті не стрілось,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мій не схитне ніщо,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я твердо Слову вірю: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сприяє на добро.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1569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8240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8146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завжди зі мною,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утішає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 небесних удостоїв,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помагає хрест нести.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не минеться,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покладаюсь на Христа;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святої Скелі ллється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душі жива вода.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6994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28148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7208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завжди зі мною,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повнота блаженства в Нім;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навіки заспокоїть,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введе в небесний дім.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живий із царства тління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піднесеться в край святий,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віддам Христу хваління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життя блаженне з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43457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54639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5369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2026-09-30T22:14:33Z</dcterms:created>
  <dcterms:modified xsi:type="dcterms:W3CDTF">2026-09-30T22:14:33Z</dcterms:modified>
</cp:coreProperties>
</file>