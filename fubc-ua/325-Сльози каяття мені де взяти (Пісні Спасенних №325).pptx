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Сльози каяття мені де взяти?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№325)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Сльози каяття мені де взяти?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Плакав би я гірко день і ніч...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 мені дав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жити свято?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Сумніву тягар хто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зняв би з пліч?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15590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2506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8156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Давид в своїй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скорботі плаче...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скарба він лишивсь свого?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він тужить через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те, що бачить: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залишає Дух Святий його.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50873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47223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28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Плакала колись Марія щиро,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сльози за гріхи свої лила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Христу мастила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ноги миром,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втіху для душі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знайшла.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68803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29293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2835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 мені дав сльози покаяння,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сльози, що лились з очей Петра?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Бачив Бог його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тяжкі страждання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зняв з душі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відречення тягар.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50261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47835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4689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дай, щоб совістю судимий,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приніс в сльозах свою мольбу,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плакав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гірко за дверима,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Тобою прощений я був.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79068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9028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1808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2026-09-30T22:14:49Z</dcterms:created>
  <dcterms:modified xsi:type="dcterms:W3CDTF">2026-09-30T22:14:49Z</dcterms:modified>
</cp:coreProperties>
</file>