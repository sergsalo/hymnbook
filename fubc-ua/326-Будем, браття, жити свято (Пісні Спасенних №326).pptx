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Будем, браття, жити свято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№326)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Будем, браття, жити свято,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далі все від марноти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тіснім єднанні з братством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за Христом іти.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Христос прийняв з любовʼю,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станем тішитися ми.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обмив Своєю кровʼю,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світлом між людьми.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незрячі, ми блукали,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смерть за нами всюди йшла,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любов Христа шукала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знайшовши нас, спасла.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Грішні ми були й убогі,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Христос багатство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рай святий відкрив дорогу,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нам подарував.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горя і страждання,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зла і суєти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підем далі без вагання,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вірними завжди.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ніхто на всьому світі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здолає нас повік: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Христос по заповіту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дітей Своїх.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2026-09-30T22:15:05Z</dcterms:created>
  <dcterms:modified xsi:type="dcterms:W3CDTF">2026-09-30T22:15:05Z</dcterms:modified>
</cp:coreProperties>
</file>