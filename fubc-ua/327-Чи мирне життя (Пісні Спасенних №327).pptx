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мирне життя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№327)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мирне життя, наче тиха ріка,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хвилі його сколихнуть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наді мною Господня рука,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спокій тільки Ісус.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 – Пастир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Його я покоюсь руках.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Скорботи і горе, що стріну в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забути мені не дадуть,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добрий Господь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відкупив від гріхів,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пролив на хресті кров святу.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 – Пастир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Його я покоюсь руках.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Спокійний завжди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дорозі земній: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цей спокій вселяє Ісус.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Він підбадьорює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 мій сумний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пору зневіри й спокус.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 – Пастир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Його я покоюсь руках.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Спаситель гряде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взяти Церкву святу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чекає цього дня душа.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знаю: я вічне блаженство знайду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Небесному Царстві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Мій Господь – Пастир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Його я покоюсь руках.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2026-09-30T22:15:21Z</dcterms:created>
  <dcterms:modified xsi:type="dcterms:W3CDTF">2026-09-30T22:15:21Z</dcterms:modified>
</cp:coreProperties>
</file>