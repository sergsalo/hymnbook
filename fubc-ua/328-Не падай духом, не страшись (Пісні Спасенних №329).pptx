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падай духом, не страшись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№329)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падай духом, не страшись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збереже тебе.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з вірою молись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збереже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збереже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Своїх руках на всіх шляхах,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збереже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збереже тебе,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скорботні прийдуть дні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збереже тебе;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небезпеці та в біді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збереже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збереже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Своїх руках на всіх шляхах,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збереже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збереже тебе,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долом смерті піде шлях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збереже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приведе у небеса;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збереже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збереже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Своїх руках на всіх шляхах,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збереже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збереже тебе, тебе.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2026-09-30T22:41:00Z</dcterms:created>
  <dcterms:modified xsi:type="dcterms:W3CDTF">2026-09-30T22:41:00Z</dcterms:modified>
</cp:coreProperties>
</file>