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злі бурі у твоїм житті ревуть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№330)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злі бурі у твоїм житті ревуть,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ниє серце, скорбні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очі сльози ллють,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і любов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Господню пригадай,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далі йди, надії не втрачай.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Милості Господні знову пригадай,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йди, надії не втрачай.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Згадуй, як Він грішних полюбив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дивуватись будеш,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Господь звершив.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на серці горе тягарем лежить,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 гіркий сповив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й душа болить,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і любов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Господню пригадай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просвітліє, 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зникне сум, відчай.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Милості Господні знову пригадай,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йди, надії не втрачай.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Згадуй, як Він грішних полюбив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дивуватись будеш,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Господь звершив.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дивись і твердо уповай –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сліз і горя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ввійдеш в Божий край;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і любов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Господню не забудь,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знай, що всі страждання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проминуть.</a:t>
            </a:r>
            <a:endParaRPr lang="en-US" sz="4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Милості Господні знову пригадай,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йди, надії не втрачай.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Згадуй, як Він грішних полюбив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дивуватись будеш,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Господь звершив.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2026-09-30T22:41:15Z</dcterms:created>
  <dcterms:modified xsi:type="dcterms:W3CDTF">2026-09-30T22:41:15Z</dcterms:modified>
</cp:coreProperties>
</file>