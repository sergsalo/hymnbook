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Підніми мене, Ісусе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Підніми мене,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цього світу марноти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 небесний, в край бажаний,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царюєш вічно 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стомився в цій мандрівці,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укріпи, прошу, мій дух;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у Тебе знову сили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душі своїй знайду.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Підніми мене,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 небес, у край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не буде вже спокуси,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смутку і скорбот земних.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почуй мої благання,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власну неміч визнаю,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терпіння у стражданнях,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укріпи мою.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з Тобою я безпечно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зможу йти шляхом вузьким.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провадь мене,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вічний дім.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2026-09-25T21:01:03Z</dcterms:created>
  <dcterms:modified xsi:type="dcterms:W3CDTF">2026-09-25T21:01:03Z</dcterms:modified>
</cp:coreProperties>
</file>