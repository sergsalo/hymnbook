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ти, знеможений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ти, знеможений в світі оманнім,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ослабнеш в нерівній тяжкій боротьбі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краплю по краплі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чаші страждання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питимеш з докором долі своїй,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душею не падай, йди впевнено знов: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віра, надія, любов.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серце в печалі заниє порою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прийдуть сумні і безрадісні дні,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знайде ні втіхи душа, ні спокою,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їй не скаже: «Іди, відпочинь!»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згадай, що для тебе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дивний покров –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віра, надія, любов.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у твоєму житті буде втрата,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плач безутішно,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журбу не впадай.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доля така є від Бога, мій брате,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волю Його ти смиренно приймай.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скорбне серце порадує знов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віра, надія, любов.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у борні не ставатиме 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сумнівах буде тонути душа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вірний Ісусу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до могили,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навіть в стражданнях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любе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блаженство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нас кожну мить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надіятись, вірить, любить.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2026-09-30T22:41:30Z</dcterms:created>
  <dcterms:modified xsi:type="dcterms:W3CDTF">2026-09-30T22:41:30Z</dcterms:modified>
</cp:coreProperties>
</file>