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сумуй, душе, в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сумуй, душе,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надії укріпись,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 життєвих бур тяжких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звернись.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 Йому: «Думки мої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знаєш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я несу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біль душі важкий.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Зітхання чуєш Ти мої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бачиш муки всі;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думки тривожні і сумні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забрали спокій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мене, почуй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тягар скорбот додолу гне,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втіха Ти моя.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я винен,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гріх мені вкажи.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прагну жити в чистоті,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покірності навчи.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 і сили 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я знов молю,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руках мене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2026-09-30T22:41:46Z</dcterms:created>
  <dcterms:modified xsi:type="dcterms:W3CDTF">2026-09-30T22:41:46Z</dcterms:modified>
</cp:coreProperties>
</file>