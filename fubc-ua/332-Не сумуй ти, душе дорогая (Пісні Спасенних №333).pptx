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сумуй ти, душе дорогая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сумуй ти, душе дорогая,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журися, а радісна будь.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Незабаром ти ввійдеш до раю!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Бог нас – про це не забудь.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надійся на Господа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молися удень і вночі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затихне у серці тривога,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отримаєш спокій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бушує життя, наче море,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виє грізний, страшний буревій,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поглянь із надією вгору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пильнує Бог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недовго лишилось страждати,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тривогам надійде кінець,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будемо ми спочивати,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одержимо славний вінець.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Пристань тиха нас в небі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тривоги минуться й журба,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сонця Спаситель там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не стихає спасенних хвала.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сумуй ти, душе дорогая,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журися, не плач, не зітхай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нас блаженство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приготовлений Господом 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2026-09-30T22:42:02Z</dcterms:created>
  <dcterms:modified xsi:type="dcterms:W3CDTF">2026-09-30T22:42:02Z</dcterms:modified>
</cp:coreProperties>
</file>