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тіні крил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№334)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тіні крил всемогутнього Бога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не томлять знегоди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Богом ніколи не знаю тривоги,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мій Спаситель, Його я дитя.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тіні крил Бог мій відкрив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благословіння ріки,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тіні крил мене Він укрив,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я спокійний навіки.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тіні крил замовкають ридання,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не мучиться більш у журбі.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у життєвій долині страждання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Бозі знаходжу утіху душі.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тіні крил Бог мій відкрив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благословіння ріки,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тіні крил мене Він укрив,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я спокійний навіки.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тіні крил так затишно постійно,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мій притулок від зла і незгод.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Богом себе почуваю надійно,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у Ньому знаходжу оплот.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тіні крил Бог мій відкрив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благословіння ріки,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тіні крил мене Він укрив,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я спокійний навіки.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2026-09-30T22:42:17Z</dcterms:created>
  <dcterms:modified xsi:type="dcterms:W3CDTF">2026-09-30T22:42:17Z</dcterms:modified>
</cp:coreProperties>
</file>