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життя мене втомляє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життя мене втомляє,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нелегко йти,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я Господа благаю: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«Мене в журбі не залиши!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549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259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7165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накажи вітрам, щоб змовкли,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грізне море стихне враз.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спокій серце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вмить наповнить,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зникне сум,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журба в той час.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14269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3827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8288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Ніколи, Боже, не забуду: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я, грішник, став дитям Твоїм;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долати гріх з Тобою буду,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волі житиму Твоїй.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8818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991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897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 я: коли благаю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чуєш голос скорбний мій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 й спокій посилаєш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схвильованій моїй».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873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07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0978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2026-09-30T22:42:33Z</dcterms:created>
  <dcterms:modified xsi:type="dcterms:W3CDTF">2026-09-30T22:42:33Z</dcterms:modified>
</cp:coreProperties>
</file>