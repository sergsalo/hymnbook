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житті бурхливім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житті бурхливім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визволить з біди?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душу ощасливить,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живої дасть води?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лиш один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утішить назавжди.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676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133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039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сумніви закриють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 ясну блакить,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втішити зуміє,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віру укріпить?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лиш один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утішить назавжди.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676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133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039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горі знемагаю,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вороги,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я твердо знаю,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може помогти.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лиш один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утішить назавжди.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6766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1330" y="27553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0390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2026-09-30T22:42:48Z</dcterms:created>
  <dcterms:modified xsi:type="dcterms:W3CDTF">2026-09-30T22:42:48Z</dcterms:modified>
</cp:coreProperties>
</file>