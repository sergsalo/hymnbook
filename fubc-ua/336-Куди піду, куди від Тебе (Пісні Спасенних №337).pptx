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піду, куди від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піду, куди від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Христе, Христе, куди іти?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зможу ще навік для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й спокій я знайти?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скаже вічне правди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моєму серцю силу дасть,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палав до всіх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 нею ближніх зігрівать?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Хіба піду, де розлилися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безжурний сміх і пʼяний спів?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там вже був, там я томився,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чорна хмара темних днів.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цвіт на квітці засихає,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лист пожовкне, облетить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 кінець цей світ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можу я його любить.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піду, куди від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Христе, Христе, куди піду?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буду, бо без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ніде я щастя не знайду.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2026-09-30T22:43:03Z</dcterms:created>
  <dcterms:modified xsi:type="dcterms:W3CDTF">2026-09-30T22:43:03Z</dcterms:modified>
</cp:coreProperties>
</file>