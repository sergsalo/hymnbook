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тягар на серце нам наляже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№338)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тягар на серце нам наляже,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скажем Ісусу, скажем Ісусу!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душу нам тривоги звʼяжуть,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скажем Ісусу про все.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Скажем Ісусу, скажем Ісусу!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допоможе завжди.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Кращого немає в цілім світі,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наш Спаситель Христос.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печалі спокій наш порушать,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скажем Ісусу, скажем Ісусу!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гріхи таємні душу мучать,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скажем Ісусу про все.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Скажем Ісусу, скажем Ісусу!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допоможе завжди.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Кращого немає в цілім світі,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наш Спаситель Христос.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побачим, що біда надходить,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скажем Ісусу, скажем Ісусу!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голод чи як смерть приходить,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скажем Ісусу про все.</a:t>
            </a:r>
            <a:endParaRPr lang="en-US" sz="5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Скажем Ісусу, скажем Ісусу!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допоможе завжди.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Кращого немає в цілім світі,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наш Спаситель Христос.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у світі важко буде жити,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скажем Ісусу, скажем Ісусу!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вже в небі хочем відпочити,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скажем Ісусу про все.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Скажем Ісусу, скажем Ісусу!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допоможе завжди.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Кращого немає в цілім світі,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наш Спаситель Христос.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2026-09-30T22:43:18Z</dcterms:created>
  <dcterms:modified xsi:type="dcterms:W3CDTF">2026-09-30T22:43:18Z</dcterms:modified>
</cp:coreProperties>
</file>