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 · ||:3-4:||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 · ||:3-4:||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 · ||:3-4:||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Хай на порозі незвіданих днів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№339)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0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Хай на порозі незвіданих днів</a:t>
            </a:r>
            <a:endParaRPr lang="en-US" sz="5000" dirty="0"/>
          </a:p>
          <a:p>
            <a:pPr algn="ctr" indent="0" marL="0">
              <a:lnSpc>
                <a:spcPts val="60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твій не бентежиться дух,</a:t>
            </a:r>
            <a:endParaRPr lang="en-US" sz="5000" dirty="0"/>
          </a:p>
          <a:p>
            <a:pPr algn="ctr" indent="0" marL="0">
              <a:lnSpc>
                <a:spcPts val="60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навіть коли налетить буревій,</a:t>
            </a:r>
            <a:endParaRPr lang="en-US" sz="5000" dirty="0"/>
          </a:p>
          <a:p>
            <a:pPr algn="ctr" indent="0" marL="0">
              <a:lnSpc>
                <a:spcPts val="60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піддавайся страху.</a:t>
            </a:r>
            <a:endParaRPr lang="en-US" sz="5000" dirty="0"/>
          </a:p>
        </p:txBody>
      </p:sp>
      <p:sp>
        <p:nvSpPr>
          <p:cNvPr id="3" name="Shape 1"/>
          <p:cNvSpPr/>
          <p:nvPr/>
        </p:nvSpPr>
        <p:spPr>
          <a:xfrm>
            <a:off x="1101280" y="3543300"/>
            <a:ext cx="0" cy="1333500"/>
          </a:xfrm>
          <a:prstGeom prst="line">
            <a:avLst/>
          </a:prstGeom>
          <a:noFill/>
          <a:ln w="24423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096816" y="3543300"/>
            <a:ext cx="0" cy="1333500"/>
          </a:xfrm>
          <a:prstGeom prst="line">
            <a:avLst/>
          </a:prstGeom>
          <a:noFill/>
          <a:ln w="24423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192066" y="3898900"/>
            <a:ext cx="1066800" cy="622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5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3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Знай: по стежині з тобою іде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Той, Хто весь світ полюбив.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Він у скорботі утішить тебе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в боротьбі дасть Він сил.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1362659" y="3547872"/>
            <a:ext cx="0" cy="138684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835437" y="3547872"/>
            <a:ext cx="0" cy="138684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934497" y="392125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3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100"/>
              </a:lnSpc>
              <a:buNone/>
            </a:pPr>
            <a:r>
              <a:rPr lang="en-US" sz="5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Хай на порозі незвіданих днів</a:t>
            </a:r>
            <a:endParaRPr lang="en-US" sz="5100" dirty="0"/>
          </a:p>
          <a:p>
            <a:pPr algn="ctr" indent="0" marL="0">
              <a:lnSpc>
                <a:spcPts val="6100"/>
              </a:lnSpc>
              <a:buNone/>
            </a:pPr>
            <a:r>
              <a:rPr lang="en-US" sz="5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силу черпає душа</a:t>
            </a:r>
            <a:endParaRPr lang="en-US" sz="5100" dirty="0"/>
          </a:p>
          <a:p>
            <a:pPr algn="ctr" indent="0" marL="0">
              <a:lnSpc>
                <a:spcPts val="6100"/>
              </a:lnSpc>
              <a:buNone/>
            </a:pPr>
            <a:r>
              <a:rPr lang="en-US" sz="5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 того потоку, який струменів</a:t>
            </a:r>
            <a:endParaRPr lang="en-US" sz="5100" dirty="0"/>
          </a:p>
          <a:p>
            <a:pPr algn="ctr" indent="0" marL="0">
              <a:lnSpc>
                <a:spcPts val="6100"/>
              </a:lnSpc>
              <a:buNone/>
            </a:pPr>
            <a:r>
              <a:rPr lang="en-US" sz="5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 ран благодатних Христа.</a:t>
            </a:r>
            <a:endParaRPr lang="en-US" sz="5100" dirty="0"/>
          </a:p>
        </p:txBody>
      </p:sp>
      <p:sp>
        <p:nvSpPr>
          <p:cNvPr id="3" name="Shape 1"/>
          <p:cNvSpPr/>
          <p:nvPr/>
        </p:nvSpPr>
        <p:spPr>
          <a:xfrm>
            <a:off x="1109491" y="3545586"/>
            <a:ext cx="0" cy="1360170"/>
          </a:xfrm>
          <a:prstGeom prst="line">
            <a:avLst/>
          </a:prstGeom>
          <a:noFill/>
          <a:ln w="24912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088605" y="3545586"/>
            <a:ext cx="0" cy="1360170"/>
          </a:xfrm>
          <a:prstGeom prst="line">
            <a:avLst/>
          </a:prstGeom>
          <a:noFill/>
          <a:ln w="24912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185760" y="3905631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2026-09-30T22:43:32Z</dcterms:created>
  <dcterms:modified xsi:type="dcterms:W3CDTF">2026-09-30T22:43:32Z</dcterms:modified>
</cp:coreProperties>
</file>