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 тебе сльози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блищать на очах?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 тебе сльози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блищать на очах?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рани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ятряться, болять,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сумніви дух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бентежать не раз,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вогник молитви палкої погас?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віри забракло у серці твоїм?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втратив ти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життєвій борні?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Бог – милосердний,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всесильний, згадай,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з молитвою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поспішай.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щиро до Спаса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прийдеш в мольбі,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спокій і радість поверне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загояться рани, твій дух оживе,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радісна пісня з душі попливе.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2026-09-30T22:43:47Z</dcterms:created>
  <dcterms:modified xsi:type="dcterms:W3CDTF">2026-09-30T22:43:47Z</dcterms:modified>
</cp:coreProperties>
</file>