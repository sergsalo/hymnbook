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чую голос Твій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чую голос Твій,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кличе в тишині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обмитися в крові святій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мир знайти душі.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Ісусе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йду до Тебе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вірю: змиє гріх тяжкий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пречиста кров Твоя.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Хоча безсилий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сила є в Тобі;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кріплюсь Тобою завжди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життєвій боротьбі.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Ісусе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йду до Тебе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вірю: змиє гріх тяжкий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пречиста кров Твоя.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нове даєш тим,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з Тобою йде,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Царство правди тих введеш,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любові хто живе.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Ісусе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йду до Тебе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вірю: змиє гріх тяжкий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пречиста кров Твоя.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Хвала, Ісусе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 за все Тобі!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Тобі знайду я мир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блаженство для душі.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Ісусе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йду до Тебе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вірю: змиє гріх тяжкий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пречиста кров Твоя.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2026-09-25T21:01:24Z</dcterms:created>
  <dcterms:modified xsi:type="dcterms:W3CDTF">2026-09-25T21:01:24Z</dcterms:modified>
</cp:coreProperties>
</file>