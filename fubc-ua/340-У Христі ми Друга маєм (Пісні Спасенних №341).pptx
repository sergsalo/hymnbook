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 ми Друга маєм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№341)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 ми Друга маєм,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життя Він нас збудив,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нас благословляє,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Він вічних сил.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же часто ми страждали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дарма терпіли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просити забували,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давав Він поміч нам.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спокуса нас турбує,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стомились на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вірмо: Він благання чує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підкріпить в боротьбі.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один у всьому світі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зрозуміти може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Він, душі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допомогу вчасно дасть.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зневіру не впадаймо,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тривоги прийде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все Йому віддаймо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спокій з неба дасть.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коли забудуть друзі,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відкриймо перед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Христос в земній дорозі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Друг усім святим.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2026-09-30T22:44:01Z</dcterms:created>
  <dcterms:modified xsi:type="dcterms:W3CDTF">2026-09-30T22:44:01Z</dcterms:modified>
</cp:coreProperties>
</file>