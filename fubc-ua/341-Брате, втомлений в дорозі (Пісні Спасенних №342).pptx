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||:5-5:|| · rows:1,1,1,1,2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||:5-5:|| · rows:1,1,1,1,2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||:5-5:|| · rows:1,1,1,1,2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||:5-5:|| · rows:1,1,1,1,2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Брате, втомлений в дорозі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№342)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Брате, втомлений в дорозі,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сумуй і не тужи.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Дати сил тобі Бог в змозі,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ти вірно йшов завжди.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Пілігриме, Бог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не залишив!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016631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81465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80525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коли борня втомляє,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 нема нести хреста,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кращі друзі залишають,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навкруг – лиш темнота,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тривожся, 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надійся на Христа!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73604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24492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23552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скорботах не залишить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 на мить тебе твій Бог,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 навік утішить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всіх земних тривог.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Прийме Він тебе 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славний Свій чертог.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92223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05873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04933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тяжкі болючі рани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залікує, знявши біль,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країні вічній славній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вінець життя тобі.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Горя й сліз не буде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небі голубім.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01290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96806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95866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2026-09-30T22:44:17Z</dcterms:created>
  <dcterms:modified xsi:type="dcterms:W3CDTF">2026-09-30T22:44:17Z</dcterms:modified>
</cp:coreProperties>
</file>