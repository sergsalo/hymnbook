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Своїм Святім Писанні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Своїм Святім Писанні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обітницю дає: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«Серед горя і страждання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поведу тебе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«Поведу Я, поведу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поведу тебе вперед.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шляху випробування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поведу тебе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надійде час спокуси,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серці промине,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згадай слова Ісуса: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«Поведу тебе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«Поведу Я, поведу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поведу тебе вперед.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шляху випробування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поведу тебе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блаженне уповання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 в серці похитне,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слухай вірне обіцяння: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«Поведу тебе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«Поведу Я, поведу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поведу тебе вперед.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шляху випробування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поведу тебе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смерті тінь надійде,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у вічність позове,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прозвучать слова надії: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«Поведу тебе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«Поведу Я, поведу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поведу тебе вперед.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шляху випробування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поведу тебе вперед!»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2026-09-30T22:44:32Z</dcterms:created>
  <dcterms:modified xsi:type="dcterms:W3CDTF">2026-09-30T22:44:32Z</dcterms:modified>
</cp:coreProperties>
</file>