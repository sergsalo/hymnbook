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турбується про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шле Його рука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насущний нам щодня.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мина – ніч настає,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нам тихий сон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дрімає Він, не спить,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нас в кожну мить.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турбується про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0469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340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246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і скорбот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всіх нас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ще тяжчі прийдуть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поможе і тоді.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Словом дорогим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зміцняє у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закликає сміло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небесної мети.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турбується про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0469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340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246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терниста наша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очі часто сльози ллють,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 любовʼю їх зітре,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радість знов пошле.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ідіть всі до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щастя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турбується про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і кожний 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турбується про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0469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340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246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2026-09-30T22:44:50Z</dcterms:created>
  <dcterms:modified xsi:type="dcterms:W3CDTF">2026-09-30T22:44:50Z</dcterms:modified>
</cp:coreProperties>
</file>