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олень біжить до потоків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олень біжить до потоків,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я – до живої води,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моє одиноке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шукає утіху в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в скорботах томлюся,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нестерпним буває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я до Бога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силу знаходить душа.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олень біжить до потоків,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я – до живої води,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моє одиноке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знаходить утіху в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томиться серце у тузі,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згадую пройдені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ми раділи в Ісусі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разом ішли в Божий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радість ту щиру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серці щоденно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єдність з Ісусом зміцняє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добре усюди іти.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олень біжить до потоків,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я – до живої води,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моє одиноке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знаходить утіху в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Проявить Господь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милість,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серці хвала зазвучить,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скажу Богу правди і сили: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«Велике Ти чиниш в житті».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Чого ти, душе, так сумуєш?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Учися терпіти завжди!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щастя вічне дарує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 в Ісусі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олень біжить до потоків,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я – до живої води,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моє одиноке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знаходить утіху в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2026-09-30T22:45:04Z</dcterms:created>
  <dcterms:modified xsi:type="dcterms:W3CDTF">2026-09-30T22:45:04Z</dcterms:modified>
</cp:coreProperties>
</file>