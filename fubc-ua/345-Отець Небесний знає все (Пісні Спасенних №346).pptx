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||:4-4:||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Небесний знає все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№346)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Небесний знає все,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керує Він життям моїм.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бурі стрінуть злі мене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накаже стихнути Він їм.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0456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3528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92588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– благий, Йому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довірив я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– благий, нехай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звучить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Небесний знає все,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Нього для душі бальзам.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Зціляє серце Він моє,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торкнеться рани Сам.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412519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5577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4637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– благий, Йому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довірив я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– благий, нехай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звучить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Небесний знає все,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спокійний я завжди.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Він на руках несе,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я втомлююсь іти.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100656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97440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96500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– благий, Йому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довірив я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– благий, нехай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звучить хвала!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Небесний знає все,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відомий весь мій шлях.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пройду життя земне,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буду з Ним у небесах.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17675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80421" y="434035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79481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– благий, Йому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довірив я життя.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Отець – благий, нехай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звучить хвала!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2026-09-30T22:45:20Z</dcterms:created>
  <dcterms:modified xsi:type="dcterms:W3CDTF">2026-09-30T22:45:20Z</dcterms:modified>
</cp:coreProperties>
</file>