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вірно йде шляхом Христовим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вірно йде шляхом Христовим,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виконує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таких проводить Бог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повсякденному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Стійкий у вірі знайде в 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притулок у скорботні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часто на землі ми носим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турботи в серці, біль і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Бога помочі ми просим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молитві щирій у сльозах;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чим більше в нас скорбот,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 ближче люблячий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Відкинь же сумніви, мій брате,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неси в покорі хрест земний.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Слово Боже світлом правди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осяває твій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Бог любить, знає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засмучений дух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 Йому нелицемірно,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правдивим будь в словах, в ділах.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прийде Він, Друг вірний,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словами миру на устах.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грізний час Він проведе,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тривог спасе тебе.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далі йди за Ним покірно,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не падай духом в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вір: Спаситель неодмінно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дасть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Йому все присвяти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 щасливий будеш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2026-09-30T22:45:35Z</dcterms:created>
  <dcterms:modified xsi:type="dcterms:W3CDTF">2026-09-30T22:45:35Z</dcterms:modified>
</cp:coreProperties>
</file>