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знесилишся в дорозі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знесилишся в дорозі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спіткнешся часом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що сила – тільки в Бозі,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поможе далі йти.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Він, любові повний,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допоможе у біді,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Він завжди готовий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руку простягти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Він, Спаситель світу,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вічний, добрий і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рани всі зцілити,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гріх простити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Той, Хто смерті тління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тріумфально переміг,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славним воскресінням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 радість для усіх.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2026-09-30T22:45:50Z</dcterms:created>
  <dcterms:modified xsi:type="dcterms:W3CDTF">2026-09-30T22:45:50Z</dcterms:modified>
</cp:coreProperties>
</file>