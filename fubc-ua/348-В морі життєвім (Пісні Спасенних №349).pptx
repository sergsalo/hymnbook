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морі життєвім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№349)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морі життєвім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тяжко стомився,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немає вже сил для борні.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Довго мій човен по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хвилях носився,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згасали надії вогні.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Бурі ревіли, громи не стихали,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морі тонув вже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човен не раз.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Хвилі бурхливі його заливали,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жаху смертельного близився час.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я втомився, а берег бажаний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ще здається далеким мені.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веди через ночі й тумани,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маяком у моєму житті.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Брате, якщо ти втомився в дорозі,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духом не падай, а вір і молись!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Силу й наснагу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шукай тільки в Бозі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сміло в життєвому морі борись!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Довго ти плив,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грізнім морі змагався,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труднощів стільки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спокус ти зустрів!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Гавань вже близько,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чого ж ти злякався,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руки в борні нелегкій опустив?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переможцем!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Кріпись, не здавайся!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тривоги усі проминуть.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біля цілі твій човен, мужайся,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незабаром закінчиться путь!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2026-09-30T22:46:04Z</dcterms:created>
  <dcterms:modified xsi:type="dcterms:W3CDTF">2026-09-30T22:46:04Z</dcterms:modified>
</cp:coreProperties>
</file>