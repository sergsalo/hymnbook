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олень, спрагнений в степу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олень, спрагнений в степу,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біжить до джерела,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до Тебе,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моя душа.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цілюще джерело,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жива вода,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відсвіжує наш дух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спрагнені серця.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ж ви журитесь,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такі сумні?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Надійтесь: Бог оберне жаль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радісні пісні.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Кріпіться, браття, та з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смуток проженіть,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 діти Божі, Він держить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світ в руках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Спасе, спрагненим серцям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живої дай води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нас, знеможених, 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Своїм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2026-09-30T22:46:19Z</dcterms:created>
  <dcterms:modified xsi:type="dcterms:W3CDTF">2026-09-30T22:46:19Z</dcterms:modified>
</cp:coreProperties>
</file>