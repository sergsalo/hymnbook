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любити я, Боже,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любити я, Боже, Тебе.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любов моя більше росте,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все життя 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любив, Боже,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 я хотів спокій знайти,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серцю мир святий дав тільки Ти.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сил, щоб я тепер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 Тебе,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любив, Боже, Тебе.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боюся я смутку й біди,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благодать Твоя серце кріпить.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щоби кожен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любив, Боже,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приймати все, що Ти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у покорі скрізь, де поведеш,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щоб, перенісши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любив, Боже,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2026-09-25T21:01:46Z</dcterms:created>
  <dcterms:modified xsi:type="dcterms:W3CDTF">2026-09-25T21:01:46Z</dcterms:modified>
</cp:coreProperties>
</file>