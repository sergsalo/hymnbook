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час, як у темряві нічній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№351)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час, як у темряві нічній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злий буревій завиє,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сльози страждань впадуть із 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серденько заниє, –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скоріш, Спаситель твій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давно чекає.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Утре Він сльози із очей,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 тебе до раю.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вже пройшли юначі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тяжко їх забути,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серці будять жаль вони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тим, що не вернути, –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скоріш, Спаситель твій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давно чекає.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Утре Він сльози із очей,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 тебе до раю.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ти життя вже змарнував,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мрії повтікали,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тільки згадок час настав,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надії позникали, –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скоріш, Спаситель твій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давно чекає.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Утре Він сльози із очей,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 тебе до раю.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ти стомився в боротьбі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смерть тебе тривожить,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із людей в твоїй біді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ніхто не допоможе, –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скоріш, Спаситель твій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давно чекає.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Утре Він сльози із очей,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 тебе до раю.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2026-09-30T22:46:34Z</dcterms:created>
  <dcterms:modified xsi:type="dcterms:W3CDTF">2026-09-30T22:46:34Z</dcterms:modified>
</cp:coreProperties>
</file>