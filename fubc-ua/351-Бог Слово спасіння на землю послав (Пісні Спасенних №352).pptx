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Слово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землю послав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Слово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землю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в людях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 основу поклав.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досі не змеркли завіти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цім Слові і віра, і правда свята: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бійтесь, Я з вами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жорстокім 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Бог ваш, на поміч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надійтесь Мою.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Зроблю непохитними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вас, як мур,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Сам захищу від громів і від бур.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випаде вам через води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бійтесь морської тоді глибини.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 знаходитись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вами в той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морі ніхто не потоне із вас.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полумʼя сильне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вам шлях перетне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вас рука і тоді проведе.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загине із вас у вогні,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очищені з нього ви вийдете всі.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 завжди допомогою вам,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силу в скорботах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вас Я подам.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 піднялося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пекло на вас,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дам перемогу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ним у той час».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2026-09-30T22:46:49Z</dcterms:created>
  <dcterms:modified xsi:type="dcterms:W3CDTF">2026-09-30T22:46:49Z</dcterms:modified>
</cp:coreProperties>
</file>