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тяжку хвилину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№353)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тяжку хвилину до Христа спіши,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вір, що Божа сила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дасть душі.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Твій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близько – тож радій!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Йому довірся: Друг Він твій.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– твій щит надійний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 зла й біди.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Його завіти вірні назавжди.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Твій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близько – тож радій!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Йому довірся: Друг Він твій.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Знай, мій друже, скоро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скінчиться твій,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скорбот і горя відпочинеш ти.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Твій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близько – тож радій!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Йому довірся: Друг Він твій.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2026-09-30T22:47:04Z</dcterms:created>
  <dcterms:modified xsi:type="dcterms:W3CDTF">2026-09-30T22:47:04Z</dcterms:modified>
</cp:coreProperties>
</file>