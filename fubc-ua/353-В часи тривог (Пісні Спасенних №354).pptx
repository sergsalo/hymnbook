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часи тривог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часи тривог, вагання і зневіри,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не бачу світла на шляху,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болить і томиться без міри,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у мольбі спішу.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став я у Христі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я: зі мною завжди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Ним живу, втішаюся, кріплюся;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 Друг мій.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образ дивний,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лагідний, смиренний!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живи в мені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спіткнувся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житті щоденнім,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знемігся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хрестом своїм.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став я у Христі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я: зі мною завжди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Ним живу, втішаюся, кріплюся;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 Друг мій.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кого я піду в своєму горі,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співчуттям хто руку дасть мені?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Ти один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невичерпній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простив, мене ведеш всі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став я у Христі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я: зі мною завжди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Ним живу, втішаюся, кріплюся;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 Друг мій.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порою важко так буває,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здається, що залишив Ти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знов до слів Твоїх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прислухаюсь: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залишу, Я люблю тебе».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став я у Христі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я: зі мною завжди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Ним живу, втішаюся, кріплюся;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 Друг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2026-09-30T22:47:20Z</dcterms:created>
  <dcterms:modified xsi:type="dcterms:W3CDTF">2026-09-30T22:47:20Z</dcterms:modified>
</cp:coreProperties>
</file>