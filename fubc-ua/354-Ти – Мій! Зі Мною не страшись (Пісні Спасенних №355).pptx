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Мій! Зі Мною не страшись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№355)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Мій! Зі Мною не страшись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цім житті страждань ніяких,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як спокуси прийдуть всякі,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Мене з вірою дивись.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Мій! За Мною вслід іди,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рука – тобі у поміч.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тебе світлом серед ночі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буду у житті завжди.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– Мій! Я – щит твій в боротьбі;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сильний і відважний духом.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Мене постійно слухай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спасінням буду Я тобі.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2026-09-30T22:47:36Z</dcterms:created>
  <dcterms:modified xsi:type="dcterms:W3CDTF">2026-09-30T22:47:36Z</dcterms:modified>
</cp:coreProperties>
</file>