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після ночі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№356)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після ночі, світло в пітьмі,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тінь в пору спеки, радісні 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вхід у безсмертя, гімн після сліз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що дарує Бог у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небесний, віру живу,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втіху у горі, вічність святу,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після бою, ціль у житті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що дарує Бог у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тривоги – радість небес,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страждання – слави вінець,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без міри в краї святім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що дарує Бог у Христі.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2026-09-30T22:47:51Z</dcterms:created>
  <dcterms:modified xsi:type="dcterms:W3CDTF">2026-09-30T22:47:51Z</dcterms:modified>
</cp:coreProperties>
</file>