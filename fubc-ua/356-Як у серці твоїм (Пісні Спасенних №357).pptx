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 серці твоїм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№357)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 серці твоїм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 світлих надій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втомився іти по дорозі земній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утішайся тоді лиш в Ісусі Христі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 Нього звертайся в мольбі.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Він дасть мир тобі, так,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дасть мир святий.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недолі земній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лиш у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думи сумні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знову серце ятрять,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тягар візьме твій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пошле благодать.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молитві спіши все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принести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дасть мир, буде поруч іти.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Він дасть мир тобі, так,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дасть мир святий.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недолі земній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лиш у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якщо на шляху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знемігся і впав,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 нема далі 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важка стала путь,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згадай про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Він тяжко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укріпись й до кінця вірним будь.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Він дасть мир тобі, так,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дасть мир святий.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недолі земній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лиш у Христі.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2026-09-30T22:48:07Z</dcterms:created>
  <dcterms:modified xsi:type="dcterms:W3CDTF">2026-09-30T22:48:07Z</dcterms:modified>
</cp:coreProperties>
</file>