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ти в небеса ідеш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ти в небеса ідеш,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туди Він Сам приведе,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завжди Він тебе вести,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198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611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5174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спокуса надійде й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Христос перемогу дасть,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завжди Він тебе вести,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198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611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5174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серці горе та сум лежить,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будеш у небі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завжди Він тебе вести,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198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611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5174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долом смерті ти будеш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тобі сил його пройти,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завжди Він тебе вести,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зору не зводь з Ісуса!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1982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6114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5174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2026-09-30T22:48:24Z</dcterms:created>
  <dcterms:modified xsi:type="dcterms:W3CDTF">2026-09-30T22:48:24Z</dcterms:modified>
</cp:coreProperties>
</file>