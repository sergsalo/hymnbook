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 серці моїм появляється сум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№359)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 серці моїм появляється сум,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душа у пекучій тривозі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схиляю коліна і Богу молюсь,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щоби Він був зі мною в дорозі.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молюся, щоб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залишив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тримав, як я падати стану,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словами Своїми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день у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укріпляв, як у вірі ослабну.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втішає мене,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душею скорблю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світло у серці згасає.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– це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опора моя у бою,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злого ворога з Ним не злякаюсь.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Йду з Христом до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мети, хоч реве ураган,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вітрів не боюся я грізних,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мій зір направляє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 Ханаан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неосяжну небесну Вітчизну.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2026-09-30T22:48:41Z</dcterms:created>
  <dcterms:modified xsi:type="dcterms:W3CDTF">2026-09-30T22:48:41Z</dcterms:modified>
</cp:coreProperties>
</file>