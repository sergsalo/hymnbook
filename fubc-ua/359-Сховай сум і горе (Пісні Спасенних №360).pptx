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Сховай сум і горе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№360)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Сховай сум і горе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людських очей,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тобі не поможе ніхто із людей.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Відкрий всі печалі Ісусу Христу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почує Спаситель молитву твою.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Ісусу відомо про горе твоє,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Він неодмінно утішить тебе.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Печалі свої до людей не неси,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утіха для всіх є в Ісусі Христі.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2026-09-30T22:48:57Z</dcterms:created>
  <dcterms:modified xsi:type="dcterms:W3CDTF">2026-09-30T22:48:57Z</dcterms:modified>
</cp:coreProperties>
</file>