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 милий, я благаю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№33)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 милий, я благаю: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Ти мене не залишай,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серед бур земного краю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захист і притулок дай.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з Тобою без вагання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світі суєтнім пройду,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після горя і страждання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радість вічну увійду.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Темна ніч панує всюди,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світі зло кругом кипить,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нема рятунку в людях,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серце стомлене болить.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з Тобою без вагання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світі суєтнім пройду,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після горя і страждання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радість вічну увійду.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надію покладаю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лиш на Тебе, Боже мій.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Вірю: від скорбот й відчаю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приведеш у край святий.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 з Тобою без вагання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світі суєтнім пройду,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після горя і страждання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радість вічну увійду.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2026-09-25T21:04:58Z</dcterms:created>
  <dcterms:modified xsi:type="dcterms:W3CDTF">2026-09-25T21:04:58Z</dcterms:modified>
</cp:coreProperties>
</file>