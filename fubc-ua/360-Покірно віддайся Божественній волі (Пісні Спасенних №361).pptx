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Покірно віддайся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Божественній волі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Покірно віддайся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Божественній волі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Спасителя людства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світу Творця,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довіряйся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життєвій юдолі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Ньому побачиш благого Отця.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Надійся на Бога,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все влаштує,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пильним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корися гріху.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наш усесвітом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мудро керує,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не байдужий до твого шляху.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відкривай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заповітні бажання,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надію свою поклади на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вислуховує щирі прохання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робить навіки щасливим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житті передбачує все Божа воля: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благо для серця,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зло принесе.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Усім нам призначена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Господом доля;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вірних Своїх до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блаженства веде.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не порушить обітниці Бога: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хоче, щоб мали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усі.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Довірся Ісусу,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трудися для Нього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вічно радітимеш в славі й красі.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певний: твої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страждання Він бачить,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допоможе в жорстокій борні.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Надійся і віруй, хоча серце плаче,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дасть неодмінно утіху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2026-09-30T22:49:11Z</dcterms:created>
  <dcterms:modified xsi:type="dcterms:W3CDTF">2026-09-30T22:49:11Z</dcterms:modified>
</cp:coreProperties>
</file>