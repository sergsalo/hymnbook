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||:1-1:|| · rows:2,2,1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rows:2,1,1,1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||:1-1:|| · rows:2,2,1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||:1-1:|| · rows:2,2,1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||:1-1:|| · rows:2,2,1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Жити бажаєш свято, без гріха?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№362)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Жити бажаєш свято, без гріха?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на Христа дивись!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Кров з ран Його за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тебе пролилась,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на Христа дивись!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на Христа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дивись, дивись!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– твій Спаситель,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твій Відкупитель,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на Христа дивись!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3163240" y="15666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34856" y="15666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33916" y="19400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Ворог бентежить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страхом і стидом?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на Христа дивись!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Вір: переможеш у борні зі злом,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на Христа дивись!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на Христа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дивись, дивись!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– твій Спаситель,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твій Відкупитель,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на Христа дивись!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3163240" y="15666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34856" y="15666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33916" y="19400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 як не стане на шляху земнім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на Христа дивись!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серце втішить,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знайдеш силу в Нім,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на Христа дивись!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на Христа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дивись, дивись!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– твій Спаситель,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твій Відкупитель,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на Христа дивись!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3163240" y="15666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34856" y="15666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33916" y="19400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Швидко пролине тут твоє життя;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на Христа дивись!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Будеш радіти з Ним у небесах,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на Христа дивись!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на Христа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дивись, дивись!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– твій Спаситель,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твій Відкупитель,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на Христа дивись!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3163240" y="15666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34856" y="15666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33916" y="19400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2026-09-30T22:49:26Z</dcterms:created>
  <dcterms:modified xsi:type="dcterms:W3CDTF">2026-09-30T22:49:26Z</dcterms:modified>
</cp:coreProperties>
</file>