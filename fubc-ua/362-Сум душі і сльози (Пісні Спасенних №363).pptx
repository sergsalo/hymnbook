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 душі і сльози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 душі і сльози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людей ховай,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злі слова й погрози ти не помічай.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молитві щирій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Христу відкрий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наповнить миром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Дух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Розкажи Ісусу, гнітить що тебе,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у всіх спокусах поміч Він пошле.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Сонечко засяє після бур і гроз,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битві сильним станеш,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твій вождь –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цім грішнім світі, де царює тьма,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важко жити,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втіхи в них нема.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Утішай нещасних,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любов являй,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вказуй шлях до щастя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у небесний край.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2026-09-30T22:49:42Z</dcterms:created>
  <dcterms:modified xsi:type="dcterms:W3CDTF">2026-09-30T22:49:42Z</dcterms:modified>
</cp:coreProperties>
</file>