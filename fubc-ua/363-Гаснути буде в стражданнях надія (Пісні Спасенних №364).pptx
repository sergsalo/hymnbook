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Гаснути буде в стражданнях надія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Гаснути буде в стражданнях надія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 непроглядній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пітьмі йтиме путь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щира молитва нехай пломеніє,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за правду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подвижником будь.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зустрінеш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порою жорстокість,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заздрість тенета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розставить тобі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не залишить тебе одиноким,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звернися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в мольбі.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пору відради, достатку,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не стає це само по собі,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дякуй за послану долю,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віруй, молися ще більше тоді.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Щира молитва приносить утіху,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щира молитва – це шлях перемог.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ніколи твій голос не тихне,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що на поміч тобі прийде Бог.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2026-09-30T22:49:57Z</dcterms:created>
  <dcterms:modified xsi:type="dcterms:W3CDTF">2026-09-30T22:49:57Z</dcterms:modified>
</cp:coreProperties>
</file>