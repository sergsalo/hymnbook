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душа твоя сумує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душа твоя сумує,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 гріхом жорстока битва,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плач, відраду подарує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у час тяжкий молитва.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399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581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5723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 життєвім грізнім морі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твоя надія вщент розбита,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не страшись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з тобою,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почує Він твою молитву.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5625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4183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4089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жорстоко ти страждаєш,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всіма забутий і самітний,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даремно гірко ти зітхаєш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відраду дасть тобі молитва.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0911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8898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8804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загас вогонь в служінні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серці холод, тьма і муки,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до Господа скоріше,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мольбі здіймай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руки.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1508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301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8207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2026-09-30T22:50:13Z</dcterms:created>
  <dcterms:modified xsi:type="dcterms:W3CDTF">2026-09-30T22:50:13Z</dcterms:modified>
</cp:coreProperties>
</file>