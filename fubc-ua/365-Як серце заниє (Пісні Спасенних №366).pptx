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серце заниє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серце заниє, від мук заболить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сльози закриють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небесну блакить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до Ісуса, скажи все Йому,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горі поможе, розсіє пітьму.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бачить і знає всі сльози твої,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хоче утіху подати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Надійся на милість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безмежну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наповниться радістю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миром душа.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скільки нещасних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грішній землі,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томляться, бідні,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неправді та злі.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скажи їм про ласку Христа,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вмер Він за грішних,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життя.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2026-09-30T22:50:29Z</dcterms:created>
  <dcterms:modified xsi:type="dcterms:W3CDTF">2026-09-30T22:50:29Z</dcterms:modified>
</cp:coreProperties>
</file>