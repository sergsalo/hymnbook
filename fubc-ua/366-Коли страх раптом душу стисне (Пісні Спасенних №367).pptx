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страх раптом душу стисне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страх раптом душу стисне,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буде відчай, біль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хмара сумнівів нависне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Бога піднеси свій зір.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у боротьбі нерівній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стомиться вкрай твоя душа,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будь твердим, зміцнись в надії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заспокоїться вона.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 Христу! В Своїй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сили дасть хрест донести,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пречистою Своєю кровʼю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змиє гріх твій і простить.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вилий відчай серця, смуток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Господу у мольбі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знай, що тільки Всемогутній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радість, мир душі твоїй.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2026-09-30T22:50:45Z</dcterms:created>
  <dcterms:modified xsi:type="dcterms:W3CDTF">2026-09-30T22:50:45Z</dcterms:modified>
</cp:coreProperties>
</file>