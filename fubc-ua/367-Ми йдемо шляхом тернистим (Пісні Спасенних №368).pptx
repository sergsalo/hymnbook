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шляхом тернистим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йдемо шляхом тернистим,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скрути зазнаєм не раз,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могутній наш Спаситель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поруч повсякчас.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9931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878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9784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 статись, силу втратиш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спіткнешся на путі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втрачай надії, брате,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вперед іди.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8508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1301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1207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якщо з путі зібʼєшся,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закрадеться страх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тобою, не бентежся,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знайти поможе шлях.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9908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9901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07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самі дійти не в силах,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з Ним здолаєм шлях.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 Свій дім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 Спаситель,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 Ним у небесах!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1051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8758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664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2026-09-30T22:50:59Z</dcterms:created>
  <dcterms:modified xsi:type="dcterms:W3CDTF">2026-09-30T22:50:59Z</dcterms:modified>
</cp:coreProperties>
</file>