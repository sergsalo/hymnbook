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Гріх якщо тебе тіснить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№369)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Гріх якщо тебе тіснить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скажи Ісусу.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як ворог злий грозить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скажи Ісусу.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на Христа дивись,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вірою Йому молись,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слів Його в житті держись,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вірний будь Ісусу.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Стане тяжко у житті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довіряй Ісусу.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Прагнеш свято путь пройти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довіряй Ісусу.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на Христа дивись,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вірою Йому молись,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слів Його в житті держись,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вірний будь Ісусу.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 турботах чи в нужді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лиш до Ісуса.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Поміч Він подасть тобі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лиш до Ісуса.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на Христа дивись,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вірою Йому молись,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слів Його в житті держись,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вірний будь Ісусу.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пітьма покриє путь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помолись Ісусу.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в вʼязницю поведуть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помолись Ісусу.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на Христа дивись,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вірою Йому молись,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слів Його в житті держись,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вірний будь Ісусу.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останній час життя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прославляй Ісуса.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Вічно будеш в небесах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Господом Ісусом.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на Христа дивись,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вірою Йому молись,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слів Його в житті держись,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вірний будь Ісусу.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2026-09-30T22:51:15Z</dcterms:created>
  <dcterms:modified xsi:type="dcterms:W3CDTF">2026-09-30T22:51:15Z</dcterms:modified>
</cp:coreProperties>
</file>