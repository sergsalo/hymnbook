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Блаженний спокій є усім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Блаженний спокій є усім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біля ніг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смерть, ні горе не страшні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біля ніг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Сам зійшов на землю,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грішних смерть прийняв.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і блаженство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біля ніг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дивне місце втіхи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біля ніг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Гріхів прощення, мир серцям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біля ніг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Сам зійшов на землю,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грішних смерть прийняв.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і блаженство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біля ніг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від усіх турбот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біля ніг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Душі надія і оплот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біля ніг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Сам зійшов на землю,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грішних смерть прийняв.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і блаженство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біля ніг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2026-09-30T22:51:30Z</dcterms:created>
  <dcterms:modified xsi:type="dcterms:W3CDTF">2026-09-30T22:51:30Z</dcterms:modified>
</cp:coreProperties>
</file>