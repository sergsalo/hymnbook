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хай буде воля Твоя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хай буде воля Твоя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для мене ціллю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ніби глина в сильній руці,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мене зроби, що хочеш, Собі.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хай буде воля Твоя!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святості жити прагне душа.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мене Своєю обмий,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смирення і мир пошли.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хай буде воля Твоя!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Святим мене наповняй,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зрозуміли люди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живеш, Ісусе, в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хай буде воля Твоя!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у Тебе сила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блаженство, Боже, в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є і радість, і спокій мій!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2026-09-25T21:05:20Z</dcterms:created>
  <dcterms:modified xsi:type="dcterms:W3CDTF">2026-09-25T21:05:20Z</dcterms:modified>
</cp:coreProperties>
</file>