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чому сумуєш?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№371)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чому сумуєш? Ти хіба забув,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Христос за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стражданнях був?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залишив славу,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на небі мав,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заради тебе Він слугою став.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Мусив Він померти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муках на хресті,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спасіння дати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грішникам усім.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 твоїх печалях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зможе помогти,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подарує хрест важкий нести.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Сумнів хай 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 місця у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знай, що є утіха в Господі Христі.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тебе зігріє Божа теплота,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знов наповнить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повнота.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2026-09-30T22:51:46Z</dcterms:created>
  <dcterms:modified xsi:type="dcterms:W3CDTF">2026-09-30T22:51:46Z</dcterms:modified>
</cp:coreProperties>
</file>