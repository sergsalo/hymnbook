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 · rows:1,2,1,1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P1 · 1/1 · rows:1,2,1,1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 · rows:1,1,1,2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P2 · 1/1 · rows:1,2,1,1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 · rows:1,1,2,1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P3 · 1/1 · rows:1,2,1,1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· 1/1 · rows:1,1,2,2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P4 · 1/1 · rows:1,2,1,1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 · 1/1 · rows:2,2,1,2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P5 · 1/1 · rows:1,2,1,1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Ще місце є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№372)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Ще місце є у славних небесах –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скоріше йди, мій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друже, до Христа.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Він кличе ще, Йому ти не відмов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без вагань прийми святу любов.</a:t>
            </a:r>
            <a:endParaRPr lang="en-US" sz="5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Господь зове, Йому ти не відмов,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тебе Він жде –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прийми Його любов!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Ще місце є! Ще місце є!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 друже, поспіши!</a:t>
            </a:r>
            <a:endParaRPr lang="en-US" sz="5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Там ждуть тебе – у домі золотім,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 можеш вічно жити в домі тім.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Є місце ще, відкриті двері там,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для тебе їх відкрив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Спаситель Сам.</a:t>
            </a:r>
            <a:endParaRPr lang="en-US" sz="5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Господь зове, Йому ти не відмов,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тебе Він жде –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прийми Його любов!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Ще місце є! Ще місце є!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 друже, поспіши!</a:t>
            </a:r>
            <a:endParaRPr lang="en-US" sz="5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Добрий Ісус ще грішників зове.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Для тебе також місце в небі є.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Від всіх гріхів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звільнити може Він,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тебе зове: «О друже! Йди скоріш!»</a:t>
            </a:r>
            <a:endParaRPr lang="en-US" sz="5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Господь зове, Йому ти не відмов,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тебе Він жде –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прийми Його любов!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Ще місце є! Ще місце є!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 друже, поспіши!</a:t>
            </a:r>
            <a:endParaRPr lang="en-US" sz="5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 друже мій, до Нього йди скоріш,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для тебе радість приготовив Він.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Щастя, любов і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спокій тільки в Нім,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прийми Христа – з Ним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ввійдеш в Отчий дім.</a:t>
            </a:r>
            <a:endParaRPr lang="en-US" sz="5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Господь зове, Йому ти не відмов,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тебе Він жде –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прийми Його любов!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Ще місце є! Ще місце є!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 друже, поспіши!</a:t>
            </a:r>
            <a:endParaRPr lang="en-US" sz="5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День промине – і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сонце згасне вмить,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враз темрява на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світ цей налетить,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двері закриє Бог навіки в рай –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від грізних слів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впадеш ти у відчай.</a:t>
            </a:r>
            <a:endParaRPr lang="en-US" sz="5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Закриє Бог навіки двері в рай,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від грізних слів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впадеш ти у відчай: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«Місця нема! Місця нема!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Закриті двері в рай!»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2026-10-01T00:12:19Z</dcterms:created>
  <dcterms:modified xsi:type="dcterms:W3CDTF">2026-10-01T00:12:19Z</dcterms:modified>
</cp:coreProperties>
</file>