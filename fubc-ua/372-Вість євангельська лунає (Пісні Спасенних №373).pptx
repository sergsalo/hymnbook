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||:5-6:||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||:5-6:||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||:5-6:||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євангельська лунає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№373)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євангельська лунає: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добрий Бог спасає світ,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до Себе закликає,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вагайтеся, прийдіть.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Отець в Своїй любові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Сина з неба нам послав,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Христос ціною крові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для вічності придбав.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прийшов, щоб нас звільнити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кайданів марноти,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могли з Ним в небі жити,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царює Бог святий.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о, прийди,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Христа скоріш прийди!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77950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20146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19206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блукаєш в світі, друже,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йдеш погибельним шляхом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 вічності байдужий,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поневолений гріхом.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Пробудись від сну страшного,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смерть загрожує тобі!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звернись скоріш до Бога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щирим серцем у мольбі!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прийшов, щоб нас звільнити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кайданів марноти,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могли з Ним в небі жити,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царює Бог святий.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о, прийди,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Христа скоріш прийди!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77950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20146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19206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тебе спасти бажає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гріха і марноти,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Нім душа пізнає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до славної мети.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все своє і душу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Спасителю віддай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Він тебе, мій друже,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введе в небесний край!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прийшов, щоб нас звільнити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кайданів марноти,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могли з Ним в небі жити,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царює Бог святий.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о, прийди,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Христа скоріш прийди!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77950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20146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19206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2026-10-01T00:12:34Z</dcterms:created>
  <dcterms:modified xsi:type="dcterms:W3CDTF">2026-10-01T00:12:34Z</dcterms:modified>
</cp:coreProperties>
</file>