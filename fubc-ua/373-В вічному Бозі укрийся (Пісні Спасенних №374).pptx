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вічному Бозі укрийся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вічному Бозі укрийся,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стомлений друже гріхом!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святою обмийся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будеш щасливий з Христом!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твій тривожить сумління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знай, що в Ісусі спасіння!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тебе Він настійно,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стомлений друже гріхом!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16812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1284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034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Своєю рукою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пропонує Свій дар,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твій поллється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зникне, як пара, твій страх.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Слухай: Господь закликає.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Глянь: ось вже ніч наступає.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що ж тебе не пускає?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всім пропонує Свій дар.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55674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42422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41482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Христа з покаянням,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стомлений друже гріхом,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Він тобі оправдання,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Його стань рабом.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твоє Він моління,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дасть душі і прозріння,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життя і спасіння,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стомлений друже гріхом.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3497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312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218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берегти завжди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твій тягар понесе.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Знай: Він тебе не забуде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залишить ніде.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 твої Він страждання,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душі і зітхання,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змінить на радість ридання,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любовʼю Сам сльози зітре.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5812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2284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134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2026-10-01T00:12:49Z</dcterms:created>
  <dcterms:modified xsi:type="dcterms:W3CDTF">2026-10-01T00:12:49Z</dcterms:modified>
</cp:coreProperties>
</file>