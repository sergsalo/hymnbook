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Воду живую Ісус дає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№375)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Воду живую Ісус дає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даром, даром, даром.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Воду живую Ісус 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грішникам даром дає.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Кожний до Нього хай йде і пʼє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даром, даром, даром.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Кожний до Нього хай йде і пʼє: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ллється струмочок для всіх.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Ісус спасіння всім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даром, даром, даром.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спраглий – до Нього хай іде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воду живую хай пʼє.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Струмочок живий ось ллється,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ллється, даром ллється,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струмочок живий ось ллється,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ллється для мене, для вас.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Дім обіцяв Він на небі нам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даром, даром, даром.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Дім обіцяв Він на небі нам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всім, хто полюбить Його.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Блага нетлінні Христос дасть 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даром, даром, даром.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Блага нетлінні Христос дасть 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всім, хто полюбить Його.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Ісус спасіння всім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даром, даром, даром.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спраглий – до Нього хай іде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воду живую хай пʼє.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Струмочок живий ось ллється,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ллється, даром ллється,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струмочок живий ось ллється,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ллється для мене, для вас.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Біле вбрання нам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дасть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даром, даром, даром.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Біле вбрання нам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дасть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всім, хто полюбить Його.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Царство й вінці приготовив нам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даром, даром, даром.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Царство й вінці приготовив нам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всім, хто полюбить Його.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Ісус спасіння всім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даром, даром, даром.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спраглий – до Нього хай іде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воду живую хай пʼє.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Струмочок живий ось ллється,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ллється, даром ллється,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струмочок живий ось ллється,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ллється для мене, для вас.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славу небесну нас Він введе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даром, даром, даром.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славу небесну нас Він введе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всіх, хто полюбить Його.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Ісус дасть, що не мине,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даром, даром, даром.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Ісус дасть, що не мине,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всім, хто полюбить Його.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Ісус спасіння всім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даром, даром, даром.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спраглий – до Нього хай іде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воду живую хай пʼє.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Струмочок живий ось ллється,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ллється, даром ллється,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струмочок живий ось ллється,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ллється для мене, для вас.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2026-10-01T00:13:03Z</dcterms:created>
  <dcterms:modified xsi:type="dcterms:W3CDTF">2026-10-01T00:13:03Z</dcterms:modified>
</cp:coreProperties>
</file>