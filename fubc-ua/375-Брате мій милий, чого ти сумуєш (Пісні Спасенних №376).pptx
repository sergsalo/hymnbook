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Брате мій милий, чого ти сумуєш?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№376)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Брате мій милий, чого ти сумуєш?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тебе на серці велика печаль,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очі похмурі твої, наче осінь,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холодне й тверде, наче сталь.</a:t>
            </a:r>
            <a:endParaRPr lang="en-US" sz="4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Горя у світі зазнав ти чимало,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змучився вкрай у важкій боротьбі,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любовʼю твоє не зігріте,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траплялось нещастя тобі.</a:t>
            </a:r>
            <a:endParaRPr lang="en-US" sz="5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Щастя твоє дуже швидко зівʼяло,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наче та квітка, що в полі цвіте;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вітер повіяв – краса облетіла,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повʼянуло гарне усе.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поспіши Богу серце віддати,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іще благодатна пора,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віруй, молися, люби щиро брата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знову у серці засяє зоря.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2026-10-01T00:13:19Z</dcterms:created>
  <dcterms:modified xsi:type="dcterms:W3CDTF">2026-10-01T00:13:19Z</dcterms:modified>
</cp:coreProperties>
</file>