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дверях серця Я стою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№377)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дверях серця Я стою,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любовʼю стукаю і жду,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прошу Я лагідно тебе: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впусти Мене, впусти Мене!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дверях серця Я стою,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любовʼю стукаю і жду,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прошу Я лагідно тебе: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впусти Мене, впусти Мене!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Прийшов Я, щоб спасти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тяжко на хресті страждав,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ти зі Мною вічність мав;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впусти Мене, впусти Мене!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дверях серця Я стою,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любовʼю стукаю і жду,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прошу Я лагідно тебе: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впусти Мене, впусти Мене!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серце відчини своє,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ніг Моїх гріхи склади.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Помер Я, щоб ти вічно жив;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впусти Мене, впусти Мене!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дверях серця Я стою,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любовʼю стукаю і жду,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прошу Я лагідно тебе: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впусти Мене, впусти Мене!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мир приніс тобі з небес,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прощення, радість і любов.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Моя лилась за тебе кров;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впусти Мене, впусти Мене!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дверях серця Я стою,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любовʼю стукаю і жду,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прошу Я лагідно тебе: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впусти Мене, впусти Мене!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2026-10-01T00:13:32Z</dcterms:created>
  <dcterms:modified xsi:type="dcterms:W3CDTF">2026-10-01T00:13:32Z</dcterms:modified>
</cp:coreProperties>
</file>