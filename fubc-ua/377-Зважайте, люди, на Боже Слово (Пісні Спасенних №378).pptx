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Зважайте, люди, на Боже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Зважайте, люди, на Боже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для вас нині звучить.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Воно замовкнути може скоро,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 про це нам твердить.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вічне Боже Слово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лунає скрізь,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кличе Бог з любовʼю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люди, до Нього ідіть.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201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608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1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Писання говорять ясно,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прийдуть останні часи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будуть в світі томитись тяжко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ті, хто лишились в грісі.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вічне Боже Слово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лунає скрізь,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кличе Бог з любовʼю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люди, до Нього ідіть.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201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608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1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Господнє Слово цінуйте, люди,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живої води джерело.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всіх кличе, чекає, будить,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спасіння знайшов.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вічне Боже Слово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лунає скрізь,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кличе Бог з любовʼю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люди, до Нього ідіть.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201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608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1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Спішіть до Бога, не гайте часу,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приймайте спасіння Його!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лиш в Бозі знаходить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чудовий надійний покров!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вічне Боже Слово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лунає скрізь,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кличе Бог з любовʼю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люди, до Нього ідіть.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201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6083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1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2026-10-01T00:13:47Z</dcterms:created>
  <dcterms:modified xsi:type="dcterms:W3CDTF">2026-10-01T00:13:47Z</dcterms:modified>
</cp:coreProperties>
</file>