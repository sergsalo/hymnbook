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світі пілігрим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№379)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світі пілігрим,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небесний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блаженство неземне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веде мене.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благодать в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усім звіщаю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слову вічного Царя!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Прийміть чудову вість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поклоніться всі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Покайтесь перед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покиньте шлях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вам ввійти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йду у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щастя і краса,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сповіщаю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радість лиш в Христі.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Послухай, друже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 гріховний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слову вічного Царя!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Прийміть чудову вість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поклоніться всі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Покайтесь перед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покиньте шлях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вам ввійти у небеса.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гасне світло 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прекрасних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Бог чекає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йде шляхом вузьким.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Цю вість благу нести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перестану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слову вічного Царя!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Прийміть чудову вість святу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поклоніться всі Христу!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Покайтесь перед Ним,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покиньте шлях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вам ввійти у небеса.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2026-10-01T00:14:00Z</dcterms:created>
  <dcterms:modified xsi:type="dcterms:W3CDTF">2026-10-01T00:14:00Z</dcterms:modified>
</cp:coreProperties>
</file>