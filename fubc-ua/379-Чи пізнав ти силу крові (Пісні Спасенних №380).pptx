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пізнав ти силу крові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№380)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пізнав ти силу крові, о, скажи,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омитий ти кровʼю Христа?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відчув 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благодать Його в душі,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омитий ти кровʼю Христа?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 мій, кров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може змити усякий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твій гріх, всякий гріх.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Може кров, що на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хресті із ран текла,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чистим зробити, як сніг.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повірив серцем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Слово Боже 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омитий ти кровʼю Христа?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прийняв 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Господа-Царя в житті,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омитий ти кровʼю Христа?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 мій, кров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може змити усякий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твій гріх, всякий гріх.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Може кров, що на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хресті із ран текла,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чистим зробити, як сніг.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готовий ти зустріти Господа,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омитий ти кровʼю Христа?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спасіння знайде і твоя душа,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омийся ти кровʼю Христа!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 мій, кров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може змити усякий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твій гріх, всякий гріх.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Може кров, що на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хресті із ран текла,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чистим зробити, як сніг.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гріхах покайся, відступи від зла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омийся ти кровʼю Христа!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за тебе на Голгофі кров текла,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омийся ти кровʼю Христа!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 мій, кров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може змити усякий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твій гріх, всякий гріх.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Може кров, що на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хресті із ран текла,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чистим зробити, як сніг.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2026-10-01T00:14:15Z</dcterms:created>
  <dcterms:modified xsi:type="dcterms:W3CDTF">2026-10-01T00:14:15Z</dcterms:modified>
</cp:coreProperties>
</file>