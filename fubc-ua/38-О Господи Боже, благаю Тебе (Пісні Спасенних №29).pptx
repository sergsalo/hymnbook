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 Боже, благаю Тебе</a:t>
            </a:r>
            <a:endParaRPr lang="en-US" sz="5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 Боже, благаю Тебе: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візьми в Свою власність життя все моє,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зміцни в серці віру і дух обнови,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Своє милосердя до мене яви.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обмий, кровʼю обмий,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пошли в моє серце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Свій спокій святий.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 Боже, дай сили мені</a:t>
            </a:r>
            <a:endParaRPr lang="en-US" sz="4500" dirty="0"/>
          </a:p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цілком і назавжди віддатись Тобі;</a:t>
            </a:r>
            <a:endParaRPr lang="en-US" sz="4500" dirty="0"/>
          </a:p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пролий знову в серце святу благодать,</a:t>
            </a:r>
            <a:endParaRPr lang="en-US" sz="4500" dirty="0"/>
          </a:p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завжди я славив Твоє лиш Імʼя.</a:t>
            </a:r>
            <a:endParaRPr lang="en-US" sz="4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обмий, кровʼю обмий,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пошли в моє серце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Свій спокій святий.</a:t>
            </a:r>
            <a:endParaRPr lang="en-US" sz="5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Обмий мою душу в пречистій крові,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стану білішим від снігу тоді.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Благаю: дай твердість у вірі мені,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зроби мене, Боже, приємним Тобі.</a:t>
            </a:r>
            <a:endParaRPr lang="en-US" sz="4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обмий, кровʼю обмий,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пошли в моє серце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Свій спокій святий.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2026-09-30T21:37:13Z</dcterms:created>
  <dcterms:modified xsi:type="dcterms:W3CDTF">2026-09-30T21:37:13Z</dcterms:modified>
</cp:coreProperties>
</file>