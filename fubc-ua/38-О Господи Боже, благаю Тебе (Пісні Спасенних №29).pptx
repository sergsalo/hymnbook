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Господи Боже, благаю Тебе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№29)</a:t>
            </a:r>
            <a:endParaRPr lang="en-US" sz="5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Господи Боже, благаю Тебе: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візьми в Свою власність життя все моє,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зміцни в серці віру і дух обнови,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Своє милосердя до мене яви.</a:t>
            </a:r>
            <a:endParaRPr lang="en-US" sz="5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Кровʼю обмий (обмий),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кровʼю обмий (обмий),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пошли в моє серце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Свій спокій святий.</a:t>
            </a:r>
            <a:endParaRPr lang="en-US" sz="5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Господи Боже, дай сили мені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цілком і назавжди віддатись Тобі;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пролий знову в серце святу благодать,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завжди я славив Твоє лиш Імʼя.</a:t>
            </a:r>
            <a:endParaRPr lang="en-US" sz="5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Кровʼю обмий (обмий),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кровʼю обмий (обмий),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пошли в моє серце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Свій спокій святий.</a:t>
            </a:r>
            <a:endParaRPr lang="en-US" sz="5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Обмий мою душу в пречистій крові,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стану білішим від снігу тоді.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Благаю: дай твердість у вірі мені,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зроби мене, Боже, приємним Тобі.</a:t>
            </a:r>
            <a:endParaRPr lang="en-US" sz="5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Кровʼю обмий (обмий),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кровʼю обмий (обмий),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пошли в моє серце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Свій спокій святий.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2026-09-25T21:11:10Z</dcterms:created>
  <dcterms:modified xsi:type="dcterms:W3CDTF">2026-09-25T21:11:10Z</dcterms:modified>
</cp:coreProperties>
</file>