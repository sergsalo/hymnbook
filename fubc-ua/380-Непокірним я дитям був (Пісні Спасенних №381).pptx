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Непокірним я дитям був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Непокірним я дитям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залишив я Отчий дім;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дорозі грішній гинув,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думати я став над тим.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вернусь, я вернусь,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любий, я вернусь.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Тобі відкрию,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я вернусь.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згрішив перед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каюсь, Отче мій, в сльозах.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Зглянься, Боже, наді мною,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згинув я в гріхах.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вернусь, я вернусь,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любий, я вернусь.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Тобі відкрию,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я вернусь.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любий, милосердний,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мольбі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прости мої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прости мене, молю!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вернусь, я вернусь,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любий, я вернусь.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Тобі відкрию,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я вернусь.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2026-10-01T00:14:28Z</dcterms:created>
  <dcterms:modified xsi:type="dcterms:W3CDTF">2026-10-01T00:14:28Z</dcterms:modified>
</cp:coreProperties>
</file>