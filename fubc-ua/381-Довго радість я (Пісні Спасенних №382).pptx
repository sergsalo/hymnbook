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радість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Довго радість я в світі цім шукав,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повну тільки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пізнав.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однім знайшов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благодать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тепер не можу жити без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вічно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Господом моїм.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Своєю кровʼю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Бог усіх,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до Нього йшли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й радість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сердець знайшли.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 дорогий, до Христа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шляхами грішних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не ходи.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2026-10-01T00:14:42Z</dcterms:created>
  <dcterms:modified xsi:type="dcterms:W3CDTF">2026-10-01T00:14:42Z</dcterms:modified>
</cp:coreProperties>
</file>