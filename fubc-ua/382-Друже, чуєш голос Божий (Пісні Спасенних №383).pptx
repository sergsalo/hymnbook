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Друже, чуєш голос Божий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№383)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Друже, чуєш голос Божий,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звучить сьогодні знов?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він твоє тривожить,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не заглуши його.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тебе Ісус Христос зове,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ніжно Він тебе і жде.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 мій, прийди скоріше,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прийме Він тебе, утішить,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знайдеш спокій для душі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до Нього поспіши.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ти чуєш клич любові?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зове тебе всякчас,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тебе очистить кровʼю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небесну радість дасть.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тебе Ісус Христос зове,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ніжно Він тебе і жде.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 мій, прийди скоріше,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прийме Він тебе, утішить,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знайдеш спокій для душі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до Нього поспіши.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не запізнися, друже,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відгукнись на клич Його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твою зігріє душу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світла неземна любов.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тебе Ісус Христос зове,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ніжно Він тебе і жде.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 мій, прийди скоріше,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прийме Він тебе, утішить,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знайдеш спокій для душі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до Нього поспіши.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2026-10-01T00:14:56Z</dcterms:created>
  <dcterms:modified xsi:type="dcterms:W3CDTF">2026-10-01T00:14:56Z</dcterms:modified>
</cp:coreProperties>
</file>