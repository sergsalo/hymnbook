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||:1-1:||×3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||:1-1:||×3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||:1-1:||×3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||:1-1:||×3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Слухай голос Господа Ісуса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№384)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Слухай голос Господа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звучить ще й нині на землі.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Хоче Він, щоб люди відвернулись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життя в гріхах і злі.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«О, прийдіть до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всі, прийдіть,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спокій дам для душі!»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06903" y="23591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91193" y="23591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90253" y="27325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життєвих труднощах і горі,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до Христа прийти спіши,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Він допомогу дуже скоро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утіху для душі.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«О, прийдіть до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всі, прийдіть,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спокій дам для душі!»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06903" y="23591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91193" y="23591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90253" y="27325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Воду життєдайну пропонує,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хліб небесний Бог усім дає,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благання кожного Він чує,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неба благодать всім шле.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«О, прийдіть до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всі, прийдіть,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спокій дам для душі!»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06903" y="23591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91193" y="23591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90253" y="27325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Рани і недуги всі лікує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добрий Лікар і надійний Друг,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 знімає, мир святий дарує,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будить до життя наш дух.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«О, прийдіть до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всі, прийдіть,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спокій дам для душі!»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06903" y="23591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91193" y="23591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90253" y="27325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2026-10-01T00:15:10Z</dcterms:created>
  <dcterms:modified xsi:type="dcterms:W3CDTF">2026-10-01T00:15:10Z</dcterms:modified>
</cp:coreProperties>
</file>