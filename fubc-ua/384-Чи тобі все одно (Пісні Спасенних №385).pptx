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тобі все одно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№385)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тобі все одно,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Спаситель страждав?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байдуже стоїш,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Він кров проливав.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страждання Його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вже чуєш давно,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тобі все одно,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тобі все одно!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 за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умирав,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провини твої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Себе узяв.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Милосердя до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являє Він знов.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тобі все одно,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тобі все одно?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тебе полюбив.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ти думав про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хоче навіки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простити тебе?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 кличе тебе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Царства Свого.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невже ти у серце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приймеш Його?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Наближається вічність...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суд вже гряде.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Знай: тоді вже ніхто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відкупить тебе!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Стануть всі перед білим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престолом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ж тоді ти сховаєш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нечисті діла?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день благодатний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до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скоріше Йому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 всі літа!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Богу відкрий,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кличе Він Сам: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прийдіть всі до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спокій вам дам!»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2026-10-01T00:15:24Z</dcterms:created>
  <dcterms:modified xsi:type="dcterms:W3CDTF">2026-10-01T00:15:24Z</dcterms:modified>
</cp:coreProperties>
</file>