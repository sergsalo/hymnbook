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Самарянка і не знала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Самарянка і не знала,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Христос її шукав,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суєтнім блукала,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гріхах жила.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горів палким бажанням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зняти з неї гніт гріха;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звільнити від страждання,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криниці ждав.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радісну послухай: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Христос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твою безсмертну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спасе.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пальми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ввись здіймались,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їй Спаситель розказав,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життя її промчалось,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згублене в гріхах.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Здивувалась самарянка,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сповістила в місті всім: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«Чи не це Христос? Погляньте: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криниці Він».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радісну послухай: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Христос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твою безсмертну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спасе.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наш час вода живая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 для людських сердець,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любов Свою являє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Бог Отець.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Свою безмірну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й тепер Христос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тим, хто в повному довірʼї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воду Божу пʼє.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радісну послухай: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Христос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твою безсмертну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спасе.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2026-10-01T00:15:39Z</dcterms:created>
  <dcterms:modified xsi:type="dcterms:W3CDTF">2026-10-01T00:15:39Z</dcterms:modified>
</cp:coreProperties>
</file>