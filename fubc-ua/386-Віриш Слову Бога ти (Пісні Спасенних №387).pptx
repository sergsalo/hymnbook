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Віриш Слову Бога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№387)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Віриш Слову Бога ти?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Скинь кайдани марноти!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давно слова звучать: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«Йди до Ісуса!»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дарує благодать.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мій! Друже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Господь, Спаситель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гріх давно лежить?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стривожений скорбить?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Зрозумій Його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пролив за тебе кров.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мій! Друже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Господь, Спаситель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Хочеш бути в небесах?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Стань скоріш на Божий шлях.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кличе Дух Святий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введе у спокій Свій.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мій! Друже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Господь, Спаситель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Ісуса!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2026-10-01T00:15:53Z</dcterms:created>
  <dcterms:modified xsi:type="dcterms:W3CDTF">2026-10-01T00:15:53Z</dcterms:modified>
</cp:coreProperties>
</file>