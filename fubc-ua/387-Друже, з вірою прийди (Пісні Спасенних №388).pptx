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з вірою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з вірою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біля ніг Його склади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гріхів тягар.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прославлять всі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грішників 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їм вічність дав.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залишив Свій престол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зійшов з небес,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явити всім любов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здолати смерть.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прославлять всі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грішників 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їм вічність дав.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вини Христос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взявши людський гріх,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кожен радість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спасти усіх.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прославлять всі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грішників 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їм вічність дав.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вагайся, поспішай,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скинь тягар з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життя Христу віддай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Йому служи.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прославлять всі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грішників 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їм вічність 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2026-10-01T00:16:07Z</dcterms:created>
  <dcterms:modified xsi:type="dcterms:W3CDTF">2026-10-01T00:16:07Z</dcterms:modified>
</cp:coreProperties>
</file>