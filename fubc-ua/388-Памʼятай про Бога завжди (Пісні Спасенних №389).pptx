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Памʼятай про Бога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№389)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Памʼятай про Бога завжди,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не забувай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словами і ділами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 Бога прославляй.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6253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556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3462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байдуже так говориш: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«Молодий – то веселись,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коли вже постарієш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віруй в Бога і молись».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4122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687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5593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нещасний, ти не знаєш,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часу проживеш!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завтра вже не встанеш,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несподівано помреш.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129538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8558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3808" y="3898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твоя душа загине,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загине назавжди.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Пізно каятися буде,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любий друже, вже тоді.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0853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8956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8862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тепер гріхи лишати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правду цю запамʼятай.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Поспіши Христа прийняти,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життя Йому віддай.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8219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590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1496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2026-10-01T00:16:21Z</dcterms:created>
  <dcterms:modified xsi:type="dcterms:W3CDTF">2026-10-01T00:16:21Z</dcterms:modified>
</cp:coreProperties>
</file>