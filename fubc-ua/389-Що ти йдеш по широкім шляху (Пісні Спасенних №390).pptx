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ти йдеш по широкім шляху?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№390)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ти йдеш по широкім шляху?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чому досі служиш гріху?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чому не приймаєш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безцінну Його благодать?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Спіши тепер, спіши тепер,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поспіши в обійми Христа!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Спіши тепер, спіши тепер,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тебе не вкрила пітьма.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поглянь на Ісуса Христа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ж за тебе лилась кров свята.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Чашу горя за тебе Він пив,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двері в рай Він тобі відчинив.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Спіши тепер, спіши тепер,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поспіши в обійми Христа!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Спіши тепер, спіши тепер,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тебе не вкрила пітьма.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Христа все життя присвяти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щасливий повік будеш ти!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 Спасителя змиє твій гріх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ти станеш біліший за сніг.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Спіши тепер, спіши тепер,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поспіши в обійми Христа!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Спіши тепер, спіши тепер,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тебе не вкрила пітьма.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2026-10-01T00:16:36Z</dcterms:created>
  <dcterms:modified xsi:type="dcterms:W3CDTF">2026-10-01T00:16:36Z</dcterms:modified>
</cp:coreProperties>
</file>