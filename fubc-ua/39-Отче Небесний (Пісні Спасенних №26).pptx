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Отче Небесний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№26)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Отче Небесний, Боже могутній,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Утішитель, Дух правди 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всюди присутній і всевидючий,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будь поміж нами, нас освяти.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Отче Небесний, Боже ласкавий,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 у стражданнях не залишай;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збити з дороги хоче лукавий,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ворогом в битві впасти не дай.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Отче Небесний, змий всі провини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чистотою душі прикрась;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ласка і спокій хай з неба злинуть,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Боже, із нами будь кожен час.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2026-09-25T21:11:49Z</dcterms:created>
  <dcterms:modified xsi:type="dcterms:W3CDTF">2026-09-25T21:11:49Z</dcterms:modified>
</cp:coreProperties>
</file>