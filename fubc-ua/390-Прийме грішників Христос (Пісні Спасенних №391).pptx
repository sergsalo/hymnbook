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грішників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№391)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грішників Христос,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б до Нього не прийшов.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ж спасіння відкида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тих серцях тягар гріха.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повір, душе, повір: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грішників Христос!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Добра вість лунає скрізь: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грішників Христос!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нас життя віддав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спасіння дарував,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простив і оправдав,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гріхів свободу дав.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повір, душе, повір: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грішників Христос!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Добра вість лунає скрізь: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грішників Христос!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вагайся, швидше йди,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 до ніг Христа склади,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серце благодать прийми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союз із Ним вступи.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повір, душе, повір: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грішників Христос!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Добра вість лунає скрізь: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грішників Христос!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і думки нові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подарує Він тобі.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Христос життя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вічне, радісне, святе.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повір, душе, повір: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грішників Христос!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Добра вість лунає скрізь: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грішників Христос!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2026-10-01T00:16:51Z</dcterms:created>
  <dcterms:modified xsi:type="dcterms:W3CDTF">2026-10-01T00:16:51Z</dcterms:modified>
</cp:coreProperties>
</file>