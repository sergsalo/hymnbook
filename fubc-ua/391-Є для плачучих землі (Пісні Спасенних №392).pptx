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для плачучих землі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№392)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для плачучих землі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місце при хресті.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змучений, займи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місце при хресті.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Господу відкрий,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віджени весь страх людський,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тобі Спаситель твій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місце при хресті.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блукай же на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томись в пітьмі,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поспіши скоріш знайти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місце при хресті.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світу зла і марноти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Спасителя іди,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знайдеш спокій для душі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при хресті.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Безтурботний, поспішай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 при хресті.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в Своїй любові 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місце при хресті.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поглянь, як з ран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ллється кров Його свята,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омити всякий гріх,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спасти усіх.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всіх Ісус прийти,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 при хресті,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навік душі знайти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при хресті.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для всіх там 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прощення Бог дає.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спасіння і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Він при хресті.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2026-10-01T00:17:06Z</dcterms:created>
  <dcterms:modified xsi:type="dcterms:W3CDTF">2026-10-01T00:17:06Z</dcterms:modified>
</cp:coreProperties>
</file>