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не знайдеш щастя в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не знайдеш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без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лише у Ньому повнота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 Він дав надію, щастя і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до Нього щиро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навернися,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навернись до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дає життя!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не знайдеш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без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 твоєму серці гріх і марнота,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Христос на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провини взяв,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смертю на Голгофі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тобі придбав.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навернися,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навернись до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дає життя!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не знайдеш щастя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без Христа,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прийди до Нього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щирим каяттям.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блаженство вічне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душі пошле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наповнить смислом все життя твоє.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навернися,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навернись до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дає життя!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2026-10-01T00:17:21Z</dcterms:created>
  <dcterms:modified xsi:type="dcterms:W3CDTF">2026-10-01T00:17:21Z</dcterms:modified>
</cp:coreProperties>
</file>