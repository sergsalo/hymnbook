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Спаситель до Себе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Спаситель до Себе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тепер, кличе тепер.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ж, полюбивши неправду і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далі від Бога ідеш.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грішників кличе тепер.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Спаситель дарує серцям,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дає, нині дає.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Господь, щоб Його ти прийняв,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змінить життя Він твоє.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грішників кличе тепер.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Грішників Бог довготерпить і жде,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жде Він тепер, жде Він тепер.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на хресті Він пролив за людей,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Христос і тебе.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грішників кличе тепер.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спіши до Ісуса прийти!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спіши, нині спіши!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у Ньому ти зможеш знайти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і радість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тепер!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грішників кличе тепер.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2026-10-01T00:17:36Z</dcterms:created>
  <dcterms:modified xsi:type="dcterms:W3CDTF">2026-10-01T00:17:36Z</dcterms:modified>
</cp:coreProperties>
</file>