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Невже підеш 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№395)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Невже підеш ти, 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прийнявши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далі блукати в пітьмі?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тобі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муках придбав,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дар благодаті прийми!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Невже підеш ти?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Невже підеш ти?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Невже підеш ти, 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прийнявши Христа?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Невже підеш ти?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Невже підеш ти, 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назвавши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Спасителем вірним своїм?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Прощення, і мир, і життя повнота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Ньому даровані всім.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Невже підеш ти?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Невже підеш ти?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Невже підеш ти, 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прийнявши Христа?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Невже підеш ти?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Вмирав на хресті наш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за всіх,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людей полюбивши навік.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 іди – 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зніме твій гріх,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омиє в пречистій крові.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Невже підеш ти?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Невже підеш ти?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Невже підеш ти, 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прийнявши Христа?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Невже підеш ти?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друже,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не відкинь,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скоріш з грішним світом порви,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заклик прийди,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вагання покинь,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покайся і вічно живи.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Невже підеш ти?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Невже підеш ти?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Невже підеш ти, 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прийнявши Христа?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Невже підеш ти?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2026-10-01T00:17:51Z</dcterms:created>
  <dcterms:modified xsi:type="dcterms:W3CDTF">2026-10-01T00:17:51Z</dcterms:modified>
</cp:coreProperties>
</file>