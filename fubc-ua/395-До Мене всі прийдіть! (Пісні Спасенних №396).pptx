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Мене всі прийдіть!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№396)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«До Мене всі прийдіть!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Бог кличе ще. –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Дам радість для душі, серце нове».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мир дарує тим,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у єднанні з Ним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іде вузьким.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йдіть!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Йдіть швидше до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Він спокій дасть;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щастя повнота і благодать.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всіх з любовʼю жде,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прощення тим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гріх свій визнає.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йдіть!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йдіть тепер всі до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за вас помер,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вам дасть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залишіть пітьму,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 не служіть гріху;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зніме Христос вину.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йдіть!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в Отчий дім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ідіть, поки жде Бог;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місце дає усім ласка Його.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пісня кожну мить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Господа звучить,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 славі Бог царить.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Нього йдіть!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2026-10-01T00:18:07Z</dcterms:created>
  <dcterms:modified xsi:type="dcterms:W3CDTF">2026-10-01T00:18:07Z</dcterms:modified>
</cp:coreProperties>
</file>