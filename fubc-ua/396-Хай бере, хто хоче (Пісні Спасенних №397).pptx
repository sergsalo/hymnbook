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бере, хто хоче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бере, хто хоче, без плати, так,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дар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вічного добра.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Поспішайте взяти,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час ще є,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спасіння всім дає.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хай іде! Безкоштовно пʼє!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всіх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вода живая досі ще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спрагнений її хай пʼє!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приходь скоріше і воду пий!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дає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Бог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Благодаті Слово поки ще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до Христа спіши.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хай іде! Безкоштовно пʼє!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всіх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вода живая досі ще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спрагнений її хай пʼє!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бере, хто хоче, Бог всіх зове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вічну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життя нове.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спастися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поспішайте всі: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прощення у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хай іде! Безкоштовно пʼє!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всіх людей.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вода живая досі ще тече,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спрагнений її хай пʼє!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2026-10-01T00:18:22Z</dcterms:created>
  <dcterms:modified xsi:type="dcterms:W3CDTF">2026-10-01T00:18:22Z</dcterms:modified>
</cp:coreProperties>
</file>