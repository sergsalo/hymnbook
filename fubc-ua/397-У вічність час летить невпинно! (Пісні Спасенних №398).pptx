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вічність час летить невпинно!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вічність час летить невпинно!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Пройшли вже тисячі років,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наше пройде покоління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услід забутих вже родів.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9885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9924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9830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швидко день за днем минає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сліду не лишає нам,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життя, немов туман, зникає,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кінець і нашим прийде дням.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1897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7912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7818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 турботи наші, мрії,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труди, здобутки, суєта,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все, чим нині володієм,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безслідно кане в небуття.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3144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665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571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чого ж ти на світ родився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страждань багато переніс?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лиш для того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трудився,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поховали у землі?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43201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4895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395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Земного щастя привид зрадний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тримав тебе завжди в пітьмі,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часові ти теж підвладний,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перехожий на землі.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5100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4709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4615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є життя по смерті інше,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нове, без ліку днів.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з чим перейдеш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у вічність?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це вже думав ти чи ні?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91717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06379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0543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2026-10-01T00:18:37Z</dcterms:created>
  <dcterms:modified xsi:type="dcterms:W3CDTF">2026-10-01T00:18:37Z</dcterms:modified>
</cp:coreProperties>
</file>