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Спаса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Спаса, любий друже,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блукай в пітьмі.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Доки марнувати будеш дні свої?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Пригадай Христові муки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Йому пробили руки за всіх нас.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носив Христос корони,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земні царі,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Нього був вінок терновий на чолі.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Христу віддайся нині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Він дасть тобі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спокій і спасіння для душі.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Ісус Христос приймає,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вагайся, 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тебе Він оправдає назавжди.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2026-10-01T00:18:52Z</dcterms:created>
  <dcterms:modified xsi:type="dcterms:W3CDTF">2026-10-01T00:18:52Z</dcterms:modified>
</cp:coreProperties>
</file>