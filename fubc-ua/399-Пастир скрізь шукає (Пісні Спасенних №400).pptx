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Пастир скрізь шукає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Пастир скрізь шукає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бідную вівцю,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десь вона блукає,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жаль її Йому.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тебе,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Господь спасти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тебе,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Господь спасти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Драхма загубилась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з-поміж всіх одна.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темряві лежала,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знайшлась вона.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тебе,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Господь спасти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тебе,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Господь спасти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велику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всіх Отець: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блукав, був мертвий,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тепер живе.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тебе,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Господь спасти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тебе,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Господь спасти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2026-10-01T00:19:07Z</dcterms:created>
  <dcterms:modified xsi:type="dcterms:W3CDTF">2026-10-01T00:19:07Z</dcterms:modified>
</cp:coreProperties>
</file>