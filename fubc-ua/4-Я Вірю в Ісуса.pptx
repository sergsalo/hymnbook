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Він світло і ціль для життя.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найкраще з усіх це Ім'я 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любов, велику Господню любов,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ній наше спасіння, за гріх наш пролитая кров.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моя радість лиш в Нім.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тільки в Нім.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вірю в Ісуса, Його ніжний дотик в душі,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щастя спасіння Господь Сам мене запросив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поклик той дивний Спасителю я відповів: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"Ти Бог мій Єдиний, воістину Ти лиш Один!"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моя радість лиш в Нім.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тільки в Нім.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моє серце наповнила радість без меж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Ісусом я завжди - це вище з найбільших блаженств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хочу, щоб люди пізнали це щастя могли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Душею і серцем Спасителю вірно служить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радість, моя радість лиш в Нім.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Моє щастя, моє щастя в Христі.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сила, моя сила лиш в Нім,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Нім, тільки в Нім, тільки в Нім.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2026-09-19T20:19:35Z</dcterms:created>
  <dcterms:modified xsi:type="dcterms:W3CDTF">2026-09-19T20:19:35Z</dcterms:modified>
</cp:coreProperties>
</file>