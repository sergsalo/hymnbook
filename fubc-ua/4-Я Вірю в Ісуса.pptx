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Вірю в Ісуса</a:t>
            </a:r>
            <a:endParaRPr lang="en-US" sz="4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вірю в Ісуса, 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світло і ціль для життя.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вірю в Ісуса, 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найкраще з усіх це Ім'я</a:t>
            </a:r>
            <a:endParaRPr lang="en-US" sz="4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вірю в любов, 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велику Господню любов,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ній наше спасіння, 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гріх наш пролитая кров.</a:t>
            </a:r>
            <a:endParaRPr lang="en-US" sz="4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Моя радість, 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моя радість лиш в Нім.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Моє щастя, моє щастя в Христі.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Моя сила, моя сила лиш в Нім,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Тільки в Нім, тільки в Нім, 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тільки в Нім.</a:t>
            </a:r>
            <a:endParaRPr lang="en-US" sz="4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вірю в Ісуса, 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Його ніжний дотик в душі,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щастя спасіння 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Господь Сам мене запросив</a:t>
            </a:r>
            <a:endParaRPr lang="en-US" sz="4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поклик той дивний 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Спасителю я відповів: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"Ти Бог мій Єдиний, 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воістину Ти лиш Один!"</a:t>
            </a:r>
            <a:endParaRPr lang="en-US" sz="4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Моя радість, 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моя радість лиш в Нім.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Моє щастя, моє щастя в Христі.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Моя сила, моя сила лиш в Нім,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Тільки в Нім, тільки в Нім, 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тільки в Нім.</a:t>
            </a:r>
            <a:endParaRPr lang="en-US" sz="4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Тепер моє серце 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наповнила радість без меж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 Ісусом я завжди - 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 вище з найбільших блаженств</a:t>
            </a:r>
            <a:endParaRPr lang="en-US" sz="4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хочу, щоб люди 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пізнали це щастя могли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Душею і серцем 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Спасителю вірно служить</a:t>
            </a:r>
            <a:endParaRPr lang="en-US" sz="4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Моя радість, 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моя радість лиш в Нім.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Моє щастя, моє щастя в Христі.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Моя сила, моя сила лиш в Нім,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Тільки в Нім, тільки в Нім, 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тільки в Нім.</a:t>
            </a:r>
            <a:endParaRPr lang="en-US" sz="4600" dirty="0"/>
          </a:p>
          <a:p>
            <a:pPr algn="ctr" indent="0" marL="0">
              <a:buNone/>
            </a:pPr>
            <a:endParaRPr lang="en-US" sz="4600" dirty="0"/>
          </a:p>
          <a:p>
            <a:pPr algn="ctr" indent="0" marL="0">
              <a:buNone/>
            </a:pPr>
            <a:r>
              <a:rPr lang="en-US" sz="4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2026-09-20T00:07:49Z</dcterms:created>
  <dcterms:modified xsi:type="dcterms:W3CDTF">2026-09-20T00:07:49Z</dcterms:modified>
</cp:coreProperties>
</file>