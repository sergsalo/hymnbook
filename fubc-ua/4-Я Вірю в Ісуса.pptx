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 в Ісуса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 в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світло і ціль для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 в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найкраще з усіх це Ім'я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 в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велику Господню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наше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гріх наш пролитая кров.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радість,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радість лиш в 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Моє щастя,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моє щастя в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сила,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сила лиш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Нім, тільки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Нім.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 в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ніжний дотик в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щастя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Сам мене запросив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поклик той дивний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я відповів: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"Ти Бог мій Єдиний,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воістину Ти лиш Один!"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радість,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радість лиш в 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Моє щастя,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моє щастя в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сила,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сила лиш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Нім, тільки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Нім.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моє серце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наповнила радість без меж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Ісусом я завжди -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вище з найбільших блаженств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хочу, щоб люди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пізнали це щастя могли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Душею і серцем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вірно служить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радість,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радість лиш в 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Моє щастя,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моє щастя в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сила,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сила лиш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Нім, тільки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Нім.</a:t>
            </a:r>
            <a:endParaRPr lang="en-US" sz="5200" dirty="0"/>
          </a:p>
          <a:p>
            <a:pPr algn="ctr" indent="0" marL="0">
              <a:buNone/>
            </a:pP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2026-09-21T05:32:26Z</dcterms:created>
  <dcterms:modified xsi:type="dcterms:W3CDTF">2026-09-21T05:32:26Z</dcterms:modified>
</cp:coreProperties>
</file>