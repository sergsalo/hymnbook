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великий, світу Спаситель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№35)</a:t>
            </a:r>
            <a:endParaRPr lang="en-US" sz="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великий, світу Спаситель,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наш, сущий на небесах,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наш Володар, мудрий Учитель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джерело життєвих всіх благ,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джерело життєвих всіх благ.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тільки сонце світить на землю,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тепло дарує своє,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моляться всюди вірні щоденно: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святиться хай Імʼя лиш Твоє,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святиться хай Імʼя лиш Твоє.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в гріхах світ буде томитись,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нести зло буде своє?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научи нас щиро молитись: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хай прийде Царство Твоє,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хай прийде Царство Твоє.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надія тільки на Тебе,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дивне чекає нас майбуття.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на землі цій, як і на небі,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хай буде воля Твоя,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хай буде воля Твоя.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Милості з неба жде все творіння,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просьба щодня летить в небеса,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знають: у Тебе благословіння;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наш насущний нині подай,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наш насущний нині подай.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у молитві часто благаєм: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благодаттю Сам ороси,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винуватцям нашим прощаєм –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усі провини прости,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усі провини прости.</a:t>
            </a:r>
            <a:endParaRPr lang="en-US" sz="5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гріх не знайде місця у серці,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злого духа нас збережи,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супроводжуй в славне безсмертя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спокусу нас не введи,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спокусу нас не введи.</a:t>
            </a:r>
            <a:endParaRPr lang="en-US" sz="5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міць ворожа не поразила,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горі і в щасті нас не покинь,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лиш Твоє і Царство, і сила,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Твоя навіки. Амінь.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Твоя навіки. Амінь.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2026-09-25T21:16:20Z</dcterms:created>
  <dcterms:modified xsi:type="dcterms:W3CDTF">2026-09-25T21:16:20Z</dcterms:modified>
</cp:coreProperties>
</file>