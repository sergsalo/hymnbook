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за світло 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 лиш тільки тінь!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шлях, яким ти йдеш,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в безодню, й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пекла не минеш!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полюбив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тебе Хто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хресну смерть Себе!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пекло переміг,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смерть навік здолав,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з Ним жити міг!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мир дає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 щирим каяттям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б поспішив!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любить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молитвою ти б впав,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смирившись перед Ним!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ти тільки знав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ці останні дні: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приніс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3804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4292" y="39441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3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2026-10-01T00:19:21Z</dcterms:created>
  <dcterms:modified xsi:type="dcterms:W3CDTF">2026-10-01T00:19:21Z</dcterms:modified>
</cp:coreProperties>
</file>