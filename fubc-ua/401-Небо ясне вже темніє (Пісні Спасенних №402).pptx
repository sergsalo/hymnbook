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 ясне вже темніє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№402)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Небо ясне вже темніє,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ніч тривожна настає;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скоро Вседержитель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твій в вічність відізве.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7883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1925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1831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той час ти пригадаєш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все, що в Біблії читав,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заридаєш безутішно,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Христа ти не прийняв.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2417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7391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7297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смерті буде пізно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до Бога з каяттям.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спасіння дар відкинув,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не буде вороття.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0865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8943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8849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Книги будуть там відкриті,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судитиме по них,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тоді одержить кожний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ділах своїх земних.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3032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6777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6683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стомлений гріхами,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неправді не ходи,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а, небесний вчувши голос,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скоріш прийди.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7129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2680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2586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2026-10-01T00:19:35Z</dcterms:created>
  <dcterms:modified xsi:type="dcterms:W3CDTF">2026-10-01T00:19:35Z</dcterms:modified>
</cp:coreProperties>
</file>