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Хочеш ти бути спасен від гріха?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№403)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Хочеш ти бути спасен від гріха?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Хочеш ввійти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Царство вічне Христа?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сила в крові, в крові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сила в Його крові!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Сила Божа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життєдайная в крові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Сила Божа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життєдайная 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пречистій крові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Хочеш позбутися гордості, зла?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Хочеш звільнитись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влади гріха?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сила в крові, в крові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сила в Його крові!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Сила Божа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життєдайная в крові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Сила Божа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життєдайная 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пречистій крові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Хочеш ти бути білішим за сніг?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Він змиє з душі кожен гріх.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сила в крові, в крові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сила в Його крові!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Сила Божа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життєдайная в крові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Сила Божа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життєдайная 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пречистій крові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Хочеш пізнати життя повноту?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Вірно служити бажаєш Христу?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сила в крові, в крові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сила в Його крові!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Сила Божа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життєдайная в крові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Сила Божа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життєдайная 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пречистій крові Христа!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2026-10-01T00:19:50Z</dcterms:created>
  <dcterms:modified xsi:type="dcterms:W3CDTF">2026-10-01T00:19:50Z</dcterms:modified>
</cp:coreProperties>
</file>