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Божих слів не забувай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Божих слів не забувай,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– бальзам твоїй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життя своє віддай,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знаєш ти, що завтра жде?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Можливо, вік скінчиться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тебе тепер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може дати грішний світ?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Печаль, журбу душі твоїй.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дарує щастя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знаєш ти, що завтра жде?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Можливо, вік скінчиться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тебе тепер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прийняти хоче всіх.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до Нього не спішиш?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Покайся у гріхах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знаєш ти, що завтра жде?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Можливо, вік скінчиться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тебе тепер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Йому, прийди скоріш!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2026-10-01T00:20:04Z</dcterms:created>
  <dcterms:modified xsi:type="dcterms:W3CDTF">2026-10-01T00:20:04Z</dcterms:modified>
</cp:coreProperties>
</file>