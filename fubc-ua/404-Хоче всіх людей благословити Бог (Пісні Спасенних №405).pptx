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всіх людей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благословити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всіх людей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благословити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дати від гріха й тривог.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відкрити двері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поспіши,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впусти, впусти,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впусти, впусти!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відкрити двері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поспіши,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усіх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воскресінням славним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перемогу 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відкрити двері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поспіши,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впусти, впусти,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впусти, впусти!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відкрити двері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поспіши,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чому стоїш на роздоріжжі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Знай: Ісус бажає і тебе спасти.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відкрити двері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поспіши,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впусти, впусти,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впусти, впусти!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відкрити двері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поспіши,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 щастя той, хто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Христу віддасть,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йому благословіння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спокій дасть.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відкрити двері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поспіши,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впусти, впусти,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впусти, впусти!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відкрити двері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поспіши,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 впусти!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2026-10-01T00:20:21Z</dcterms:created>
  <dcterms:modified xsi:type="dcterms:W3CDTF">2026-10-01T00:20:21Z</dcterms:modified>
</cp:coreProperties>
</file>