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Брами ось перед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№406)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Брами ось перед тобою,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за ними – два шляхи.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щирою душею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вибирай, яким іти.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Крізь тісну як підеш браму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вузький побачиш 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Той, хто йде шляхом цим прямо,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мусить хрест тяжкий нести.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широка брама манить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шляху просторім йти.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юрба безперестану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прагне втіх і марноти.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Тих, що йдуть шляхом широким,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вічна кара жде й відчай.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вузький дасть в Бозі спокій,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приведе у вічний рай.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Брами ось перед тобою,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за ними – два шляхи.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щирою душею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вибирай, яким іти.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2026-10-01T00:20:36Z</dcterms:created>
  <dcterms:modified xsi:type="dcterms:W3CDTF">2026-10-01T00:20:36Z</dcterms:modified>
</cp:coreProperties>
</file>