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тебе, мій друже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тебе, мій друже, Христос умирав,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стражданням Своїм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життя дарував.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ти, друже, досі нещасний, сумний,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краю вже змучив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гріх тяжкий.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до Ісуса, Він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любить, Він прийме,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простить Він усе.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не барися,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серце Йому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знайдеш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повноту.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чекає, скоріше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бо, може, вже завтра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житимеш 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любить безмірно і кличе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і щастя твоє.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2026-10-01T00:20:52Z</dcterms:created>
  <dcterms:modified xsi:type="dcterms:W3CDTF">2026-10-01T00:20:52Z</dcterms:modified>
</cp:coreProperties>
</file>