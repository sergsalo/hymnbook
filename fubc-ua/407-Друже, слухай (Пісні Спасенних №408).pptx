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слухай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№408)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слухай, друже, слухай: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 Чийсь звучить.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 милий, голос тихий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просить: «Відчини!»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не пізній перехожий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стукає вночі,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говорить Сам Спаситель: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«Відчини Мені!»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твоєму серці холод,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темрява нічна;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відчиниш Богу серце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стане там весна.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Пісня радості поллється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твоїй душі.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Чуєш: стукає і каже: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«Відчини Мені!»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відкрий же навстіж серце,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Христос там жив,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 твою безсмертну душу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радість, мир пролив.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вагайся відчинити,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лишайсь в пітьмі,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ще слова не змовкли: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«Відчини Мені!»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Пройде час – і заридаєш,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скінчаться дні,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будеш стукати до раю: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«Відчиніть мені!»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відчинять райські двері,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підеш у сльозах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муки вічні, де панують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морок, смерть і жах.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2026-10-01T00:21:07Z</dcterms:created>
  <dcterms:modified xsi:type="dcterms:W3CDTF">2026-10-01T00:21:07Z</dcterms:modified>
</cp:coreProperties>
</file>