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 потік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 потік, де цілюща вода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 для людей з віку в вік,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бʼє джерелом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ньому правда свята.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знає цей дивний потік?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о душе, Бог зове!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 благодаті потік.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й для тебе він тече,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спасіння навік!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дивний потік наповняє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до всіх струменить,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закликає прийти до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пропонує і мир.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о душе, Бог зове!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 благодаті потік.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й для тебе він тече,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спасіння навік!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потоці тім Божого Слова вода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 від Ісуса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напоює спрагнені душі вона,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істина вічна, свята.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о душе, Бог зове!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 благодаті потік.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й для тебе він тече,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спасіння навік!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«Хто прагне, хай прийде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радістю пʼє»,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Дух Божий нині зове.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і очисти сумління своє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Бозі навік оживеш.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о душе, Бог зове!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 благодаті потік.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й для тебе він тече,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спасіння навік!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2026-10-01T00:21:21Z</dcterms:created>
  <dcterms:modified xsi:type="dcterms:W3CDTF">2026-10-01T00:21:21Z</dcterms:modified>
</cp:coreProperties>
</file>