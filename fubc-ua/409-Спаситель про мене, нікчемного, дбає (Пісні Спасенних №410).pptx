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про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нікчемного, дбає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про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нікчемного, дбає,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всі Він кровʼю Своєю обмив,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любовʼю, як батько,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провини прощає,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якби-то і ваші гріхи Він простив.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 молюсь я за вас.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небі Ісус, мій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святий Покровитель,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вічную радість мені дасть ввійти;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давно вже чекає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мій Спаситель,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якби-то зі мною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й ви прийшли!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 молюсь я за вас.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мені посилає,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довіряюсь Його я словам,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недолі Він серце і дух звеселяє,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якби-то цей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послав Він і вам.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 молюсь я за вас.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Він прийняв вас,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всім сповіщайте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милість предвічну Ісуса Христа,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молитві до Нього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грішних благайте,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їхнім також Він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Спасителем став.</a:t>
            </a:r>
            <a:endParaRPr lang="en-US" sz="4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вас я молюся, молюсь я за вас.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2026-10-01T00:21:36Z</dcterms:created>
  <dcterms:modified xsi:type="dcterms:W3CDTF">2026-10-01T00:21:36Z</dcterms:modified>
</cp:coreProperties>
</file>