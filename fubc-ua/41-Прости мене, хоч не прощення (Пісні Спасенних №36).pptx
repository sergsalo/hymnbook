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мене, хоч не прощення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№36)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мене, хоч не прощення,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 смерті лиш достойний 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почуй, Спасителю, моління: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душа стомилася моя.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Прости, що дні свої найкращі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гріхах, в невірʼї я прожив,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моїй слабкій дай вірі крила,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дай, щоб сильніш Тебе любив.</a:t>
            </a:r>
            <a:endParaRPr lang="en-US" sz="5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 і скорбне серце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ясним промінням освіти,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 по благодаті,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 милості Своїй прости.</a:t>
            </a:r>
            <a:endParaRPr lang="en-US" sz="5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за глум і за страждання,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 ради мене Ти терпів,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прости мене, всесильний Боже,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омий від всіх моїх гріхів.</a:t>
            </a:r>
            <a:endParaRPr lang="en-US" sz="5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Мої провини всі прости,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о Господи, прости, прости!</a:t>
            </a:r>
            <a:endParaRPr lang="en-US" sz="5200" dirty="0"/>
          </a:p>
        </p:txBody>
      </p:sp>
      <p:sp>
        <p:nvSpPr>
          <p:cNvPr id="3" name="Text 1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2026-09-25T21:16:51Z</dcterms:created>
  <dcterms:modified xsi:type="dcterms:W3CDTF">2026-09-25T21:16:51Z</dcterms:modified>
</cp:coreProperties>
</file>