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сину блудний,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Вдалині від Отця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гріха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Сину дорогий, Мій сину,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сину, прийди,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в рідний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Отець твій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любить і жде.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Сину дорогий, Мій сину,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сину, прийди,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тебе твій Господь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дивний пошле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серце твоє.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Сину дорогий, Мій сину,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сину, прийди, прийди!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2026-10-01T00:21:53Z</dcterms:created>
  <dcterms:modified xsi:type="dcterms:W3CDTF">2026-10-01T00:21:53Z</dcterms:modified>
</cp:coreProperties>
</file>