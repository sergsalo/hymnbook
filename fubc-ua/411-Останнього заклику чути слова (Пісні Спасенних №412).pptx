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Останнього заклику чути слова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№412)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Останнього заклику чути слова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вістка спасіння лунає жива.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грішнику, нині до Бога спіши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отримаєш радість і мир для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тебе цей заклик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останній звучить,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прийняти спіши.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на зібрання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Божий привів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добру тобі новину сповістив.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тихо і ніжно ще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кличе: «Прийди!»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Чекає тебе, ти ж не хочеш іти.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тебе цей заклик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останній звучить,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прийняти спіши.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Зібрання закінчиться,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стихне навкруг,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замовкне останнього заклику звук.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завжди для тебе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звучатиме він –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скоріше для Господа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відкрий!</a:t>
            </a:r>
            <a:endParaRPr lang="en-US" sz="5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тебе цей заклик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останній звучить,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прийняти спіши.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Христова свята кров за тебе текла,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дати життя і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звільнити від зла.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спасіння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Господнє прийми –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 і радість отримаєш ти.</a:t>
            </a:r>
            <a:endParaRPr lang="en-US" sz="5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тебе цей заклик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останній звучить,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прийняти спіши.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2026-10-01T00:22:09Z</dcterms:created>
  <dcterms:modified xsi:type="dcterms:W3CDTF">2026-10-01T00:22:09Z</dcterms:modified>
</cp:coreProperties>
</file>