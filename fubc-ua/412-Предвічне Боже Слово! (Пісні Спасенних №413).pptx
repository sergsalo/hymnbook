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Предвічне Боже Слово!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№413)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Предвічне Боже Слово!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правда і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джерело для спраглих,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багатство благ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 радості, хто в горі,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 сумнівах живе,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«Прийдіть! Прийдіть!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Бог кличе.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дам життя нове».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прийди, прийди,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Грішнику нещасний,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 прийди!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прийди, прийди,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Грішнику нещасний,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 прийди!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Чого ж ще й досі, друже,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Бога ти не йдеш?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 до Нього швидше,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давно Він жде.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ти не знайдеш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спокою для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не блукай, а нині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Господа іди.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прийди, прийди,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Грішнику нещасний,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 прийди!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прийди, прийди,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Грішнику нещасний,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 прийди!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Проси в мольбі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Він тебе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твоє очистив серце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ньому завжди жив,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через всі скорботи,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стрінуться в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Його віддавшись руки,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радо міг прийти.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прийди, прийди,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Грішнику нещасний,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 прийди!</a:t>
            </a:r>
            <a:endParaRPr lang="en-US" sz="5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прийди, прийди,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прийди,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Грішнику нещасний,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 прийди!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2026-10-01T00:22:23Z</dcterms:created>
  <dcterms:modified xsi:type="dcterms:W3CDTF">2026-10-01T00:22:23Z</dcterms:modified>
</cp:coreProperties>
</file>