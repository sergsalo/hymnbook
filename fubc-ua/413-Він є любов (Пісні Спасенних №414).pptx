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є любов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№414)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є любов. Жде тебе добрий Бог.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лиш спасе від гріха та тривог.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є любов неосяжна, свята –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 своє відчини для Христа.</a:t>
            </a:r>
            <a:endParaRPr lang="en-US" sz="5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є любов. Залиши хибний шлях,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місце й тобі є в святих небесах.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є любов, з Ним щасливе життя,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спокій святий знайде в Ньому душа.</a:t>
            </a:r>
            <a:endParaRPr lang="en-US" sz="4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є любов, Він страждання терпів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на Голгофі святу кров пролив.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є любов і дорога життя;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Божий Син дасть тобі майбуття.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2026-10-01T00:22:39Z</dcterms:created>
  <dcterms:modified xsi:type="dcterms:W3CDTF">2026-10-01T00:22:39Z</dcterms:modified>
</cp:coreProperties>
</file>