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бідний грішнику, спіши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№415)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бідний грішнику, спіши: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кличе і тебе;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гріхи всі принеси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дасть життя нове.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 – настане ранок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душі твоїй,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Христос загоїть рани: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Спаситель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кров за тебе проливав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муках на хресті,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радість в Нім ти вічну мав,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волі жив святій.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 – настане ранок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душі твоїй,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Христос загоїть рани: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Спаситель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скоріше, не спізнись,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поки кличе Бог!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заклик нині відгукнись,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Його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 – настане ранок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душі твоїй,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Христос загоїть рани: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Спаситель твій.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2026-10-01T00:22:54Z</dcterms:created>
  <dcterms:modified xsi:type="dcterms:W3CDTF">2026-10-01T00:22:54Z</dcterms:modified>
</cp:coreProperties>
</file>