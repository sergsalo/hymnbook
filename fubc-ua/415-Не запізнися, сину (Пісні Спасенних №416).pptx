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2/2 · ||:1-4:||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2/2 · ||:1-4:||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2/2 · ||:1-4:||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запізнися, сину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№416)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запізнися, сину,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рідний вернися дім!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ньому достаток хліба,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затишок, спокій в нім.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Там твій Отець сумує,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часто ллє сльози Він,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любить й давно чекає,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чи скоро прийде син.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2130044" y="1962912"/>
            <a:ext cx="0" cy="297180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068052" y="1962912"/>
            <a:ext cx="0" cy="297180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167112" y="312877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Горе прийшло до тебе,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щастя твоє втекло,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друзі тебе забули,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всюди чатує зло.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домі Отця є щастя,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ласка і радість в нім,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домі Отця утіха,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це ж твій рідний дім.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2290191" y="1962912"/>
            <a:ext cx="0" cy="297180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907905" y="1962912"/>
            <a:ext cx="0" cy="297180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006965" y="312877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Може, тобі і стидно.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Совість твердить твоя,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 ти вчинив жорстоко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змарнував життя.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Хоч немала провина,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хоч важко ти згрішив –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любить тебе Отець твій,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тож в рідний дім спіши.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1835836" y="1962912"/>
            <a:ext cx="0" cy="297180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362260" y="1962912"/>
            <a:ext cx="0" cy="297180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461320" y="312877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2026-10-01T00:23:09Z</dcterms:created>
  <dcterms:modified xsi:type="dcterms:W3CDTF">2026-10-01T00:23:09Z</dcterms:modified>
</cp:coreProperties>
</file>