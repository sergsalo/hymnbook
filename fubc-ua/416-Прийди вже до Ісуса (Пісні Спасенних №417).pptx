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вже до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№417)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вже до Ісуса,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друже дорогий!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Невже ти не стомився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нести свій гріх тяжкий?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і не вагайся: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усіх прийма,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скажи, що в тебе в серці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печаль, гріха зима.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Віддайся же Ісусу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слухай лиш Його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поллється пісня щастя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серденька твого.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кров пролив за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тяжко постраждав;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Христі твоє спасіння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 вічного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Іди вслід за Ісусом,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стань на вузенький шлях,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 не оглядайся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живи в гріхах.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сміло, не вагайся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небі у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знайдеш вічну радість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повноту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2026-10-01T00:23:25Z</dcterms:created>
  <dcterms:modified xsi:type="dcterms:W3CDTF">2026-10-01T00:23:25Z</dcterms:modified>
</cp:coreProperties>
</file>