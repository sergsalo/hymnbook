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блукаєш, сину Мій нещасний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№418)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блукаєш, сину Мій нещасний,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чому залишив Отчий дім?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На тебе Я чекаю,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радість вічну дам тобі.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Я давно вже жду!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Всі гріхи зніму!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Одягну тебе Я в білий одяг,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дім введу!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блукаєш, час втрачаєш марно,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губиш юні сили в суєті?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Отримаєш відраду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пізнаєш щастя в повноті!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Я давно вже жду!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Всі гріхи зніму!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Одягну тебе Я в білий одяг,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дім введу!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Де блукаєш,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втомлений, голодний,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чому йдеш далі у пітьму?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Свій шлях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лиши гріховний –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з любовʼю Я тебе прийму!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Я давно вже жду!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Повернись! Всі гріхи зніму!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Одягну тебе Я в білий одяг,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рідний дім введу!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2026-10-01T00:23:40Z</dcterms:created>
  <dcterms:modified xsi:type="dcterms:W3CDTF">2026-10-01T00:23:40Z</dcterms:modified>
</cp:coreProperties>
</file>