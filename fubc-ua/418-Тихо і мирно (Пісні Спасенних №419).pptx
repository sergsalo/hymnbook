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 і мирно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 і мирно в Божім зібранні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 Христу хвала.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Голгофі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глум і страждання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грішний світ прийняв.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9852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9957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9863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ще так любить,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Відкупитель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гріх на Себе взяв.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полюбивши,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світу Спаситель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жертву Себе віддав.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19198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78898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7795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Йшов на Голгофу на хресні муки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вінку з тернин,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дав пробити ноги і руки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люблячий Божий Син.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5856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952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3858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Божім зібранні тихо і мирно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ж твоїм борня.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вагайся,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грішнику бідний!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йди до Христа!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6855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954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2860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2026-10-01T00:23:56Z</dcterms:created>
  <dcterms:modified xsi:type="dcterms:W3CDTF">2026-10-01T00:23:56Z</dcterms:modified>
</cp:coreProperties>
</file>