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іди, мій друже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іди, мій друже,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часом добрим дорожи,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не будь байдужим,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Спасителя спіши.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клич Імʼя Христове,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дитя отця зове,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тебе предвічним Словом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погибелі спасе.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Дивне це Імʼя Христове!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Миле для душі воно,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від гріха покровом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всі дні життя твого.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час – в країні вічній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побачимо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Його з благоговінням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возвеличим як Царя!</a:t>
            </a:r>
            <a:endParaRPr lang="en-US"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дає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надію, радість там.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2026-10-01T00:24:11Z</dcterms:created>
  <dcterms:modified xsi:type="dcterms:W3CDTF">2026-10-01T00:24:11Z</dcterms:modified>
</cp:coreProperties>
</file>