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Мій Ісусе, Ти Спаситель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№38)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Мій Ісусе, Ти Спаситель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Заступник вірний мій;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мій Вождь і мій Учитель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шляху у край святий.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Тільки Ти! Тільки Ти!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Мій Спаситель – тільки Ти!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Лиш до Тебе серцем лину,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радість тільки Ти даєш,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сумні, тяжкі хвилини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благодать душі несеш.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Тільки Ти! Тільки Ти!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Мій Спаситель – тільки Ти!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Джерело всіх благ – лиш в Тебе,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хочу бути я Твоїм.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Вічність із Тобою в небі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 дарунок всім святим.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Тільки Ти! Тільки Ти!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Мій Спаситель – тільки Ти!</a:t>
            </a:r>
            <a:endParaRPr lang="en-US" sz="5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в Своїй крові пречистій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серце від гріха омив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 любові променистій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вірно йти даруєш сил.</a:t>
            </a:r>
            <a:endParaRPr lang="en-US" sz="5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Тільки Ти! Тільки Ти!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Мій Спаситель – тільки Ти!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2026-09-26T21:07:09Z</dcterms:created>
  <dcterms:modified xsi:type="dcterms:W3CDTF">2026-09-26T21:07:09Z</dcterms:modified>
</cp:coreProperties>
</file>