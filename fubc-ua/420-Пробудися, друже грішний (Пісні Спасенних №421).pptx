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Пробудися, друже грішний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Пробудися, друже грішний,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годі спати вже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страждаєш, безутішний,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поможе у журбі?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бажаєш оправдання?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 – і радість в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Бог проллє.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тебе Він жде!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поклав гріхи смиренно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Голгофського хреста,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знайшов душі прощення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Спасителя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бажаєш оправдання?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 – і радість в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Бог проллє.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тебе Він жде!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 скоріш до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досить жити у гріхах!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багатих і убогих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свята текла з хреста.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бажаєш оправдання?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 – і радість в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Бог проллє.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тебе Він жде!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2026-10-01T00:24:27Z</dcterms:created>
  <dcterms:modified xsi:type="dcterms:W3CDTF">2026-10-01T00:24:27Z</dcterms:modified>
</cp:coreProperties>
</file>