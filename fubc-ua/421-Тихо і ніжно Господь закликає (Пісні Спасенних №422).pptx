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Тихо і ніжно Господь закликає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Тихо і ніжно Господь закликає,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спасіння несе,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в серце і довго чекає,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Він щиро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Кожен, хто чує,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Ніжно, з любовʼю Ісус закликає: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«Грішнику, швидше прийди!»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 той ніжний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ти не чуєш?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відкрий у мольбі.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благодаті Господь пропонує,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прощення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Кожен, хто чує,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Ніжно, з любовʼю Ісус закликає: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«Грішнику, швидше прийди!»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Хмари навколо згущаються темні,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поглина все живе;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вже підходить – і в інші оселі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покличуть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Кожен, хто чує,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Ніжно, з любовʼю Ісус закликає: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«Грішнику, швидше прийди!»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блаженство Господь обіцяє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всім, хто до Нього іде.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до Христа, поки Він закликає!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Він прийме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Кожен, хто чує, прийди!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Ніжно, з любовʼю Ісус закликає: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«Грішнику, швидше прийди!»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2026-10-01T00:24:43Z</dcterms:created>
  <dcterms:modified xsi:type="dcterms:W3CDTF">2026-10-01T00:24:43Z</dcterms:modified>
</cp:coreProperties>
</file>