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 мій, тебе спасти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з людей не може.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гріхом до Господа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молись: «Помилуй, Боже!»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Христос нас відкупив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Своїм тяжким стражданням,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вічність двері відчинив,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йди з благанням.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жде тебе, скоріш прийди,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гаючи й хвилини,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всі гріхи твої простить: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Він єдиний.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залиши вже сумнів свій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перестань блукати,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Христа, бо тільки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може дати.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2026-10-01T00:24:59Z</dcterms:created>
  <dcterms:modified xsi:type="dcterms:W3CDTF">2026-10-01T00:24:59Z</dcterms:modified>
</cp:coreProperties>
</file>