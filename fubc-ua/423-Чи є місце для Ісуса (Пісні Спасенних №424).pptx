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є місце для Ісуса?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№424)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є місце для Ісуса?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Кровʼю Він тебе купив,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стукає до твого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ти Його впустив.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Христа, для Бога слави,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серце відчини,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відізвись на клич ласкавий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любов Його прийми.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Марноті й земним турботам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місце в серці ти даєш.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невже перед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назавжди його замкнеш?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Христа, для Бога слави,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серце відчини,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відізвись на клич ласкавий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любов Його прийми.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Йди сьогодні до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Чуєш: кличе Він тебе;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може, то останній день твій,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швидко час земний мине.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Христа, для Бога слави,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серце відчини,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відізвись на клич ласкавий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любов Його прийми.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скоріш віддай Ісусу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і життя своє,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 Він ще ніжно кличе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спасіння всім дає.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Христа, для Бога слави,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серце відчини,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відізвись на клич ласкавий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любов Його прийми.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2026-10-01T00:25:15Z</dcterms:created>
  <dcterms:modified xsi:type="dcterms:W3CDTF">2026-10-01T00:25:15Z</dcterms:modified>
</cp:coreProperties>
</file>