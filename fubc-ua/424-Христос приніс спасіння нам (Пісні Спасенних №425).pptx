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приніс спасіння нам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№425)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приніс спасіння нам,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простив і оправдав,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звільнив Він нас від всіх гріхів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 Богом примирив.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за тебе, друже, вмер,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Його тепер!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1141603" y="2781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56493" y="2781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1743" y="3136900"/>
            <a:ext cx="10668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любов нам показав: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грішних постраждав;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 хресті в останній час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Отця молив за нас.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за тебе, друже, вмер,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Його тепер!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1141603" y="2781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56493" y="2781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1743" y="3136900"/>
            <a:ext cx="10668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нам вічне дарував,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пітьму із душ прогнав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Слово Він Своє нам 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небо шлях вказав.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за тебе, друже, вмер,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Його тепер!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1141603" y="2781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56493" y="2781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1743" y="3136900"/>
            <a:ext cx="10668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Господнім Слові радість, мир,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води струмок живий,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всім, хто воду з нього пʼє,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життя дає.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за тебе, друже, вмер,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Його тепер!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1141603" y="2781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56493" y="2781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1743" y="3136900"/>
            <a:ext cx="10668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5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2026-10-01T00:25:30Z</dcterms:created>
  <dcterms:modified xsi:type="dcterms:W3CDTF">2026-10-01T00:25:30Z</dcterms:modified>
</cp:coreProperties>
</file>