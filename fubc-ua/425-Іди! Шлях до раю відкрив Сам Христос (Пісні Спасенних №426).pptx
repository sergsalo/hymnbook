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Іди! Шлях до 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 Сам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Іди! Шлях до 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 Сам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кличе у Царство Своє.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Спіши увійти у небесний чертог,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всім прощення дає.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в своє серце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велику Його благодать.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нове – Божий дар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прийми,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Нього,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наш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у славі гряде!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з чим явишся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Спасенних Він візьме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Царство Своє,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зачиняться двері тоді.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в своє серце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велику Його благодать.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нове – Божий дар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прийми,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Нього,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Покайся негайно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Він простить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прийме тебе назавжди,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душу твою до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воскресить.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до Нього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в своє серце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велику Його благодать.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нове – Божий дар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прийми,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Нього, прийди!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2026-10-01T00:25:46Z</dcterms:created>
  <dcterms:modified xsi:type="dcterms:W3CDTF">2026-10-01T00:25:46Z</dcterms:modified>
</cp:coreProperties>
</file>