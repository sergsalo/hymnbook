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стомився в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стомився в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 гріхом в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бідний друже, іди до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спасіння і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в Нім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скоріше дитям Божим стань.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спасіння у Сині Своєму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приймає до Себе усіх.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Він може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зцілити твоє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навіки простити твій гріх.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Зайде сонце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огорне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ніч. Друже, де будеш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правди прийми,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вагайся лише,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день благодаті – прийди.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2026-10-01T00:26:01Z</dcterms:created>
  <dcterms:modified xsi:type="dcterms:W3CDTF">2026-10-01T00:26:01Z</dcterms:modified>
</cp:coreProperties>
</file>