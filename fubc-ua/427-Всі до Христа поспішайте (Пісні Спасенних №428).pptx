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до Христа поспішайте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№428)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до Христа поспішайте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скинути ношу провин,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 благодаті приймайте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знайдете радість і мир.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Йдіть до Христа – Він дасть життя!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 баріться до Нього прийти!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Руки Господь простягає,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кожного хоче спасти.</a:t>
            </a:r>
            <a:endParaRPr lang="en-US" sz="5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Господу серце відкрийте,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досить вам жити в гріхах;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вас радо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вічність вам дасть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Йдіть до Христа – Він дасть життя!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 баріться до Нього прийти!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Руки Господь простягає,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кожного хоче спасти.</a:t>
            </a:r>
            <a:endParaRPr lang="en-US" sz="5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 любові всіх кличе: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«Друже, покайся і вір!»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Богу серце відчинить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щасливий навік.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Йдіть до Христа – Він дасть життя!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 баріться до Нього прийти!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Руки Господь простягає,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кожного хоче спасти.</a:t>
            </a:r>
            <a:endParaRPr lang="en-US" sz="5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 поспішно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знайдеш прощення собі.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навертається грішник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 радіє тоді.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Йдіть до Христа – Він дасть життя!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 баріться до Нього прийти!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Руки Господь простягає,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кожного хоче спасти.</a:t>
            </a:r>
            <a:endParaRPr lang="en-US" sz="51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2026-10-01T00:26:16Z</dcterms:created>
  <dcterms:modified xsi:type="dcterms:W3CDTF">2026-10-01T00:26:16Z</dcterms:modified>
</cp:coreProperties>
</file>