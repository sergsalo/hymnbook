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||:1-1:||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||:1-1:||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||:1-1:||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грішнику, прийди скоріш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№429)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грішнику, прийди скоріш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Господа Христа.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лиш Він – Спаситель твій,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дасть тобі нове життя.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довірся ти Христу,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довірся, лиш довірся –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прийме Він тебе навік.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987728" y="23591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10368" y="23591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309428" y="23362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 за світ весь постраждав,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святую кров пролив.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Повір: за тебе Він вмирав,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ти у небі вічно жив.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довірся ти Христу,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довірся, лиш довірся –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прийме Він тебе навік.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987728" y="23591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10368" y="23591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309428" y="23362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грішнику, прийди скоріш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Господа Христа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спокій дасть душі твоїй,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розвіє смуток, горе й жах.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довірся ти Христу,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довірся, лиш довірся –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прийме Він тебе навік.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987728" y="23591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10368" y="23591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309428" y="23362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2026-10-01T00:26:31Z</dcterms:created>
  <dcterms:modified xsi:type="dcterms:W3CDTF">2026-10-01T00:26:31Z</dcterms:modified>
</cp:coreProperties>
</file>