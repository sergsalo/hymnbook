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будеш ти у вічності?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№430)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будеш ти у вічності?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всіх питання це звучить.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скажеш ти у відповідь?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після смерті будеш ти?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Знайди для себе відповідь: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будеш ти у вічності?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прагнув миру для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до Христа спішив 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ти ще й досі не рішив,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будеш, друже, в вічності.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Знайди для себе відповідь: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будеш ти у вічності?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загибельним ти йдеш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зла й земних утіх.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жде в кінці життя тебе?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будеш ти у вічності?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Знайди для себе відповідь: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будеш ти у вічності?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друже, Господу повір,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дасть тобі прощення, мир,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ти сказати зможеш всім: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буду з Ним у вічності!»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Знайди для себе відповідь: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будеш ти у вічності?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2026-10-01T00:26:46Z</dcterms:created>
  <dcterms:modified xsi:type="dcterms:W3CDTF">2026-10-01T00:26:46Z</dcterms:modified>
</cp:coreProperties>
</file>