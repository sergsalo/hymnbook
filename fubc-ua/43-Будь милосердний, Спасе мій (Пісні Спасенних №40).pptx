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милосердний, Спасе мій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милосердний, Спасе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мене, бо винен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гріх приніс я свій,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тяжкій журбі душа моя.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Моїм гріхам нема числа,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так багато зла чинив.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в молитві каяття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благаю, Господи, прости!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міг би я в Твоїм суді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переступ виправдати свій,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по великій доброті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Своєю кровʼю гріх мій змий.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кличеш грішників усіх,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зняти з них тягар гріхів;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на заклик Твій спішу,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прощення, Господи, прошу.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2026-09-26T21:07:50Z</dcterms:created>
  <dcterms:modified xsi:type="dcterms:W3CDTF">2026-09-26T21:07:50Z</dcterms:modified>
</cp:coreProperties>
</file>