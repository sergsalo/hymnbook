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Шлях до спасіння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№431)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Шлях до спасіння вірний, новий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Слові Своїм Христос нам відкрив.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Спокій Він Сам дарує святий,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кличе тебе: «Прийди!»</a:t>
            </a:r>
            <a:endParaRPr lang="en-US" sz="4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Радість, радість буде в небесах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зустріч в світлих бажаних краях!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нас обгорне ласка Отця,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вічнім раю святім.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Всім, хто до Нього з вірою йде,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щастя вічне, радість дає.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Друже, Ісуса серцем прийми,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ще кличе Він: «Прийди!»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Радість, радість буде в небесах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зустріч в світлих бажаних краях!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нас обгорне ласка Отця,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вічнім раю святім.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Двері відкриті в небо й тобі,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сумнів відкинь і Богу повір,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Царство Христа спіши увійти,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 кличе Він: «Прийди!»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Радість, радість буде в небесах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зустріч в світлих бажаних краях!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нас обгорне ласка Отця,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вічнім раю святім.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2026-10-01T00:27:01Z</dcterms:created>
  <dcterms:modified xsi:type="dcterms:W3CDTF">2026-10-01T00:27:01Z</dcterms:modified>
</cp:coreProperties>
</file>