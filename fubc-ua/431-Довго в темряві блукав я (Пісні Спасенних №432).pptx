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в темряві блукав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в темряві блукав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гріховних йшов путях,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розчарувався,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мене гнітити страх.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Кликав я: «Хто допоможе,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зніме хто вину мою?»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почув я голос Божий: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давно тебе люблю!»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«Так, давно, так, давно,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дивний голос Божий.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прийняв мене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всіх гріхів звільнив,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убілив Своєю кровʼю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 мене простив.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я тепер покоюсь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святих Його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постійно чую голос: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люблю тебе давно!»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«Так, давно, так, давно,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дивний голос Божий.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змучений гріхами,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 любовʼю всіх приймає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дає нове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покайся нині щиро,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прийми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почуєш голос милий: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люблю тебе давно!»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«Так, давно, так, давно,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дивний голос Божий.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тебе давно!»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2026-10-01T00:27:17Z</dcterms:created>
  <dcterms:modified xsi:type="dcterms:W3CDTF">2026-10-01T00:27:17Z</dcterms:modified>
</cp:coreProperties>
</file>