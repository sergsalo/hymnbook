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птахів небесних гнізда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в птахів небесних гнізда,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 – для лисиць житло,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Христу – Творцеві світу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притулку не було.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палаци в небі в Нього,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міг би жити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зійшов на землю вбогим,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відкрити небо нам.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страждання і тривоги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небес прийшов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сонцесяйні Він чертоги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проміняв на шлях скорбот.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людям послужити,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слуга, смирявся Він;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цім не мав де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пришельцем Божий Син.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Мусив муки Він терпіти,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хрест нести Свій до кінця,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у небі міг ти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сяйві райського дворця.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відкрив небесні брами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всім, хто гріх свій залишив,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у щирім покаянні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Господа впустив.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раз в твій дім сердечний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прагнув Божий Син ввійти,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у гордості безпечній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звертав уваги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вагайся, а сьогодні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Господу відкрий,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 твоїй хатині скромній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міг Христос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2026-10-01T00:27:32Z</dcterms:created>
  <dcterms:modified xsi:type="dcterms:W3CDTF">2026-10-01T00:27:32Z</dcterms:modified>
</cp:coreProperties>
</file>