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навіки лиш у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навіки лиш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щастя,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тільки підеш за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услід, лиш за Ним.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давно тебе кличе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пізнаєш ти тільки з Ним.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прийди! О,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Кинь цей жорстокий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гріховний світ, повний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не знайдеш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світла ти, ні тепла.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 Христа скоріш: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і щастя, і мир душі!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прийди! О,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Спаситель тебе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час – поспіши!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Глянь: на хресті кров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лилась за гріхи.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ж так вагаєшся довго ти?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Христос – ти ж не хочеш йти.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прийди! О, прийди!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тебе берегти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путі завжди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подолаєш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спокуси всі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 скорботах зміцнить твою,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поміч і силу пошле Свою.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прийди! О, прийди!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2026-10-01T00:27:47Z</dcterms:created>
  <dcterms:modified xsi:type="dcterms:W3CDTF">2026-10-01T00:27:47Z</dcterms:modified>
</cp:coreProperties>
</file>