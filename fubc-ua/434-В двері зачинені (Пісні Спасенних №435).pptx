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двері зачинені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№435)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двері зачинені в пору нічну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Хтось, стукає Хтось!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відчиняють на стукіт Йому,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ніжно Хтось!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за дверима Спаситель стоїть,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Він, стукає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відкрий –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увійде в ту ж мить,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Божий Син!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Радості в серці давно вже нема,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Хтось, стукає Хтось!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домі царює невірʼя пітьма,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ніжно Хтось!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за дверима Спаситель стоїть,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Він, стукає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відкрий –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увійде в ту ж мить,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Божий Син!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 сумління ще досі звучить: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Хтось, стукає Хтось!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 не змовкає в душі ні на мить: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ніжно Хтось!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за дверима Спаситель стоїть,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Він, стукає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відкрий –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увійде в ту ж мить,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Божий Син!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 за дверима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звучить все сильніш: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Хтось, стукає Хтось!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відкрий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серця двері скоріш: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ніжно Хтось!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за дверима Спаситель стоїть,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Він, стукає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відкрий –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увійде в ту ж мить,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Божий Син!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2026-10-01T00:28:02Z</dcterms:created>
  <dcterms:modified xsi:type="dcterms:W3CDTF">2026-10-01T00:28:02Z</dcterms:modified>
</cp:coreProperties>
</file>