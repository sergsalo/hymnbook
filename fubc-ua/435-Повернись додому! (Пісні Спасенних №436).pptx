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Повернись додому!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№436)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Повернись додому!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стороні чужій 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блукав так довго,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сину Мій!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Повернися в Отчий дім!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Жду тебе,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Досі ти в краю чужім,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додому йди.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Повернись додому!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на чужині з голоду вмираєш,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сину Мій!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Повернися в Отчий дім!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Жду тебе,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Досі ти в краю чужім,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додому йди.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Повернись додому!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недобрий свій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залиши назавжди,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сину Мій!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Повернися в Отчий дім!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Жду тебе,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Досі ти в краю чужім,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додому йди.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Повернись додому!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блукай в пітьмі,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жду тебе давно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сину Мій!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Повернися в Отчий дім!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Жду тебе,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Досі ти в краю чужім,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додому йди.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Повернись додому!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мольбі своїй з каяттям схилися,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сину Мій!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Повернися в Отчий дім!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Жду тебе,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Досі ти в краю чужім,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додому йди.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2026-10-01T00:28:18Z</dcterms:created>
  <dcterms:modified xsi:type="dcterms:W3CDTF">2026-10-01T00:28:18Z</dcterms:modified>
</cp:coreProperties>
</file>