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 для Господа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відчиниш?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 для Господа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відчиниш?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 впадеш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Ним з каяттям,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невірʼя та звички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гріховні відкинеш,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розпочнеш повноцінне життя?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ще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навернутись до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завтра не знаєш,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буде день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відкрий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для Нього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у душі запанує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без Ісуса минає безцільно,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Нього загине душа назавжди.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пропонує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дар спасіння.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ж ти не хочеш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прийти?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Спасіння, мій друже,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знайдеш ні в кого,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твоє лиш в Ісусі – повір.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щирій молитві звернися до Нього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дасть прощення,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радість, і мир.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2026-10-01T00:28:33Z</dcterms:created>
  <dcterms:modified xsi:type="dcterms:W3CDTF">2026-10-01T00:28:33Z</dcterms:modified>
</cp:coreProperties>
</file>