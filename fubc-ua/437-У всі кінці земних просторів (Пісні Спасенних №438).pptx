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всі кінці земних просторів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всі кінці земних просторів,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люди гинуть у гріхах,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стільки сліз, нужди і горя,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летять євангельські слова.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до Бога, грішні люди,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небезпечний залишіть!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вас Отцем Він добрим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до Його джерел спішіть!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Лунає вістка ця сьогодні,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людським серцям приносить мир.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Безмірна благодать Господня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звільняє грішних з рабства тьми.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до Бога, грішні люди,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небезпечний залишіть!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вас Отцем Він добрим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до Його джерел спішіть!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ці, ніби сонце, сяють,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потоком скрізь течуть живим,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влади зла вони звільняють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роблять вмить життя новим.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до Бога, грішні люди,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небезпечний залишіть!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вас Отцем Він добрим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до Його джерел спішіть!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цій Божій істині ти знайдеш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спасіння, щастя й мир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пізнаєш незрівнянну радість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до Ісуса поспіши!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до Бога, грішні люди,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небезпечний залишіть!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вас Отцем Він добрим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до Його джерел спішіть!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2026-10-01T00:28:49Z</dcterms:created>
  <dcterms:modified xsi:type="dcterms:W3CDTF">2026-10-01T00:28:49Z</dcterms:modified>
</cp:coreProperties>
</file>