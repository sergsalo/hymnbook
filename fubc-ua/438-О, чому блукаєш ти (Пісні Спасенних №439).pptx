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||:1-2:||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||:1-2:||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||:1-2:||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||:1-2:||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чому блукаєш 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№439)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чому блукаєш 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цьому світі марноти?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Ніжно кличе Дух Святий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йди до Спаса, друже мій!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спіши, о, спіши,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нині до Христа прийди!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003247" y="275539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94849" y="275539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293909" y="312877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без Бога довго жив,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проти Нього нагрішив.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Навернутись час уже,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чуєш: кличе Він тебе.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спіши, о, спіши,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нині до Христа прийди!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003247" y="275539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94849" y="275539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293909" y="312877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Світ обманює тебе,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спокою не дає.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Христа іди мерщій,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тільки в Ньому – спокій твій.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спіши, о, спіши,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нині до Христа прийди!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003247" y="275539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94849" y="275539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293909" y="312877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Перед Богом визнай гріх.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– Цілитель ран твоїх.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життя віддай Христу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дасть Він щастя повноту.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спіши, о, спіши,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нині до Христа прийди!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003247" y="275539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94849" y="275539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293909" y="312877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2026-10-01T00:29:04Z</dcterms:created>
  <dcterms:modified xsi:type="dcterms:W3CDTF">2026-10-01T00:29:04Z</dcterms:modified>
</cp:coreProperties>
</file>