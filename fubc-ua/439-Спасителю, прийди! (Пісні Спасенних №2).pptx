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Любовʼю нас зігрій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царство правди утверди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поміж дітей Своїх.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чисті почуття,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з нами кожний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освітлюй темряву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вперед всіх нас.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глибше нам пізнать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премудрість слів Твоїх,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навчи Твій голос відрізнять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голосів чужих.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Боротися навчи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спокусами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любити правду поможи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жити так, як Ти.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з радістю в душі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покірно хрест нести,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завжди в нашому житті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прославлений був 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2026-10-01T00:29:21Z</dcterms:created>
  <dcterms:modified xsi:type="dcterms:W3CDTF">2026-10-01T00:29:21Z</dcterms:modified>
</cp:coreProperties>
</file>