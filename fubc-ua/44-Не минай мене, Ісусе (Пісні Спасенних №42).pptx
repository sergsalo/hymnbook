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минай мене, Ісусе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минай мене,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відкинь благань.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до Тебе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не минай.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відкинь благань.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щиро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не минай.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утомлений душею,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в тяжкі часи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щасливі дні.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відкинь благань.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щиро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не минай.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 Тебе покладаюсь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боротьбі земній,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оживи мій дух, благаю,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сумніви розвій.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відкинь благань.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щиро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не минай.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один лиш утішаєш,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подаєш,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благодаті укріпляєш,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 ведеш.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відкинь благань.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щиро я молюся,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не минай.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2026-09-26T21:08:43Z</dcterms:created>
  <dcterms:modified xsi:type="dcterms:W3CDTF">2026-09-26T21:08:43Z</dcterms:modified>
</cp:coreProperties>
</file>