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говори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говори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усюди, кожний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 любові й сили: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не залишу вас!»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 нам відкрий, дай памʼять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слів святих Твоїх,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сердечному єднанні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зміцнюй дітей Своїх.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говори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серця говори,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ми непоборимі,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сила наша 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промінь віри в душах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дні скорбот не згас,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Твої слова дай чути: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не залишу вас!»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говори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правді утверди,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небесним сповни миром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всіх нас оживи.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дух, і душу, й тіло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віддали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до святого діла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ревними нас зроби.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говори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серця говори,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ми непоборимі,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сила наша 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промінь віри в душах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дні скорбот не згас,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Твої слова дай чути: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не залишу вас!»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говори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Завіт нам відкривай,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являй причин причину,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в служінні дай.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Прагнемо так прожити,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віру зберегти,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волю Твою чинити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спокій Твій ввійти.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говори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серця говори,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ми непоборимі,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сила наша 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промінь віри в душах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дні скорбот не згас,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Твої слова дай чути: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не залишу вас!»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2026-10-01T00:29:36Z</dcterms:created>
  <dcterms:modified xsi:type="dcterms:W3CDTF">2026-10-01T00:29:36Z</dcterms:modified>
</cp:coreProperties>
</file>