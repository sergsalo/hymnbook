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будь з нами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будь з нами,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нам помагай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незмінним шляхом правди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іти в небесний край.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Спасителю, усюди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єднай дітей Своїх.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ласка, спокій буде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серцях спасенних всіх.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Думки нам дай єдині,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Свою даруй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тихий, незлобивий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пошли в серця нам знов.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Пролий на всіх в любові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святую благодать,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навчи нас ділом, словом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лиш прославлять.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2026-10-01T00:29:52Z</dcterms:created>
  <dcterms:modified xsi:type="dcterms:W3CDTF">2026-10-01T00:29:52Z</dcterms:modified>
</cp:coreProperties>
</file>