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Сьогодні, в день недільний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Сьогодні, в день недільний,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славимо Творця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вічний дар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повноту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вічній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все Творець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Тіштеся: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наших душах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у серцях: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голубить нас, як мати,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любов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вічній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все Творець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Тіштеся: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Наповнює Бог миром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дітей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і радість щиру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примножує у них.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вічній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все Творець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Тіштеся: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 нас підносять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Христа святі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завжди нам приносять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відраду 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вічній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все Творець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Тіштеся: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єднання тішить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нам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наскільки будем більше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радіти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вічній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все Творець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Тіштеся: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2026-10-01T00:30:08Z</dcterms:created>
  <dcterms:modified xsi:type="dcterms:W3CDTF">2026-10-01T00:30:08Z</dcterms:modified>
</cp:coreProperties>
</file>