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молитві щирій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молитві щирій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йдем до Тебе,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вона полине в світлі небеса.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дорогоцінний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єднання кожний,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цінні нашим душам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Твої слова.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почуй молитву нашу,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щедро всіх благослови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Твої слова священні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наші душі зарони.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повій на Церкву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правди,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Тебе любити завжди нас навчай.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Віримо, що свято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 нам поможеш,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доведеш до цілі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небесний край.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почуй молитву нашу,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щедро всіх благослови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Твої слова священні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наші душі зарони.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2026-10-01T00:30:23Z</dcterms:created>
  <dcterms:modified xsi:type="dcterms:W3CDTF">2026-10-01T00:30:23Z</dcterms:modified>
</cp:coreProperties>
</file>