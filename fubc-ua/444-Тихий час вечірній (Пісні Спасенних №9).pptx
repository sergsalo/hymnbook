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час вечірній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час вечірній, праці день погас.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вічний, вірний, о, почуй Ти нас.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 Тебе знову стомлені прийшли,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зміцнив нас Словом,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пролив.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Тобі, Благому,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несемо в мольбі: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тягарі, і втому, і сердечний біль.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простягаєм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вечірній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чекаєм, о, почуй Ти нас.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прости, благаєм,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провини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і ми прощаєм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нашим боржникам.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так мало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вперед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святої цілі Сам нас доведи.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будь між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духовних 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і піснями душі підкріпляй.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благання щирі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принесли,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тихий час вечірній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благослови.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2026-10-01T00:30:39Z</dcterms:created>
  <dcterms:modified xsi:type="dcterms:W3CDTF">2026-10-01T00:30:39Z</dcterms:modified>
</cp:coreProperties>
</file>