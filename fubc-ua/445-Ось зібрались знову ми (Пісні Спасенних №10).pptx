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зібрались знову 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зібрались знову ми,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наш, в Твоє Імʼя,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наших уст хвалу прийми,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благодать пошли в серця.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наш в вірі підкріпляй,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Тобою ми жили,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свій земний тернистий шлях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свято, радісно пройшли.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Спасителю, навчай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мудро жити в світі цім,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силу Духа посилай,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любов являти всім.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Поможи, щоб ми жили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згоді, як одна сімʼя,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вірні щоб Тобі були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кінця свого життя.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приносим до Отця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щирі наші молитви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віджене Він горе, жах,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щедро нас благословить.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Всю забудемо журбу,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зір угору піднесем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Спасителю Христу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славу і хвалу складем.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2026-10-01T00:30:55Z</dcterms:created>
  <dcterms:modified xsi:type="dcterms:W3CDTF">2026-10-01T00:30:55Z</dcterms:modified>
</cp:coreProperties>
</file>