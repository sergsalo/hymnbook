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раз у години суворі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раз у години суворі,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важко на серці було,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знаходив я в Божому Слові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спокою і сил джерело.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54809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43287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2347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Наповнює душу любовʼю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слів дивних цілюща вода,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серця тривожного болі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вгамовує швидко вона.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07540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0556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89616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все в животворній картині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описано Духом Святим: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всесвіт, існуючий нині,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Бог, що панує над ним.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8833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0975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0881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Всього, що навколо причина,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початок, і ціль, і кінець,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народження Божого Сина,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хрест, і терновий вінець...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9402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0406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0312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Приємно цю Книгу читати,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навчатися вдень і вночі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силу духовну черпати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для своєї душі.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67636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0460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952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2026-10-01T00:31:11Z</dcterms:created>
  <dcterms:modified xsi:type="dcterms:W3CDTF">2026-10-01T00:31:11Z</dcterms:modified>
</cp:coreProperties>
</file>