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Боже – меч духовний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№441)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Боже – меч духовний,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невмируща,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потік, любові повний,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зціляє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 журби, скорбот, тривоги,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час, як сил немає,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премудрим Словом Божим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душі укріпляєм.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дякуєм за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сьогодні чули,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сил, щоб ми з вузького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шляху не звернули.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2026-10-01T00:31:27Z</dcterms:created>
  <dcterms:modified xsi:type="dcterms:W3CDTF">2026-10-01T00:31:27Z</dcterms:modified>
</cp:coreProperties>
</file>