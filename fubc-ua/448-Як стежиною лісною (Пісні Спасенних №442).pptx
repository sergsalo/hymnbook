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стежиною лісною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стежиною лісною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олень до води біжить,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я спішу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Господніх слів живих.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день сумний утіху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знаходжу в Книзі книг,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повчання в день відрадний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 я в словах святих.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Боже визволяє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від гріховних пут,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в вірі укріпляє,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підбадьорює мій дух.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завжди перемагаю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спокуси в світі зла;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Ісуса сповіщаю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спасенний Ним слуга.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шлях мій освітляє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темряви й марнот;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я горе забуваю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звільняюсь від турбот.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душі Господнє Слово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вісник вічного добра,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краще скарбу золотого,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краще всіх земних відрад.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2026-10-01T00:31:42Z</dcterms:created>
  <dcterms:modified xsi:type="dcterms:W3CDTF">2026-10-01T00:31:42Z</dcterms:modified>
</cp:coreProperties>
</file>