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на світі Книга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№443)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на світі Книга,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говорить людям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живого Бога,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любов Христа.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її читає,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вірою приймає,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той одержить радість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усе життя.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Біблія розказала мені про Творця.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Біблія сповістила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вічне життя.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 мій, прочитай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же її чимскоріш,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пізнати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полюбити цю Книгу сильніш.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Наче в темнім лісі,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непроглядних хащах,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блукав без Бога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земних стежках,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зустрів неждано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цю величну Книгу,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неї я дізнався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спасіння шлях.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Біблія розказала мені про Творця.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Біблія сповістила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вічне життя.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 мій, прочитай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же її чимскоріш,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пізнати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полюбити цю Книгу сильніш.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якщо про Бога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 не чули досі,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спасіння дивне,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любов Христа,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Біблію читайте,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вірою приймайте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вона відкриє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вам в небеса.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Біблія розказала мені про Творця.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Біблія сповістила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вічне життя.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 мій, прочитай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же її чимскоріш,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пізнати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полюбити цю Книгу сильніш.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2026-10-01T00:31:58Z</dcterms:created>
  <dcterms:modified xsi:type="dcterms:W3CDTF">2026-10-01T00:31:58Z</dcterms:modified>
</cp:coreProperties>
</file>