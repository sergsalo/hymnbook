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мій Ісусе, я скоро ввійду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мій Ісусе, я скоро ввійду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славу небес, в славу небес,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навіки до Тебе прийду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край Твій чудес, в край Твій чудес.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вже не буде спокус і страждань,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горя не буде, журби і ридань,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 там радість, не буду в сльозах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небесах, на небесах.</a:t>
            </a:r>
            <a:endParaRPr lang="en-US" sz="49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руки Твої я себе вже віддав,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проведи, Сам проведи.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і горе, і гріх подолав,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поміч пошли, мені пошли.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я бути, Спасителю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всюди і завжди в руці лиш Твоїй.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Духом Святим Ти мене наповняй,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вірі зміцняй, мене зміцняй.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2026-09-26T21:18:05Z</dcterms:created>
  <dcterms:modified xsi:type="dcterms:W3CDTF">2026-09-26T21:18:05Z</dcterms:modified>
</cp:coreProperties>
</file>