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світлом правди озоряє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світлом правди озоряє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відкриває нам незнаний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вічної мудрості вона навчає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сповіщає Божий Заповіт.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навчи Твоє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сповняти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нести його в усі 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пізнали благодать Христову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хто ще гине у гріховній млі.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погляд в небо направляє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помагає нам туди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ж заповіти Божі забуває,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ослабіє на земній путі.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навчи Твоє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сповняти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нести його в усі 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пізнали благодать Христову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хто ще гине у гріховній млі.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ясно все нам відкриває,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людям час теперішній несе,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вже збулося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збутись має,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вчить нас розуміти все.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навчи Твоє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сповняти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нести його в усі 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пізнали благодать Христову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хто ще гине у гріховній млі.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християни, Біблію читайте!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Господнім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 долайте 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Божої правди всіх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навчайте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Христа приводьте швидше їх.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навчи Твоє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сповняти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нести його в усі 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пізнали благодать Христову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хто ще гине у гріховній млі.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2026-10-01T00:32:14Z</dcterms:created>
  <dcterms:modified xsi:type="dcterms:W3CDTF">2026-10-01T00:32:14Z</dcterms:modified>
</cp:coreProperties>
</file>