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меч – не з блискучої сталі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№445)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меч – не з блискучої сталі,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кований він не людьми.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Горить він вогнем віри й правди,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дарований Богом Самим.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тіло він людське вражає,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кров він братерську не ллє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 душу і в дух проникає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 відсікає все зле.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Кайдани гріха розбиває,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свободу і мир він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темряві шлях прокладає,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правдивим шляхом тим веде.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світло пронизує сутінь,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він проникає й січе.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Господа меч наш могутній,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 цим нездоланні мечем.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Відточимо ж меч наш гостріше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й молитви вогнем,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піднімем його ми сміліше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підем у бій за Вождем.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мечем цим не біймось нічого,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ідім з ним крізь морок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вічне живе Боже Слово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наших устах не стиха.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2026-10-01T00:32:29Z</dcterms:created>
  <dcterms:modified xsi:type="dcterms:W3CDTF">2026-10-01T00:32:29Z</dcterms:modified>
</cp:coreProperties>
</file>