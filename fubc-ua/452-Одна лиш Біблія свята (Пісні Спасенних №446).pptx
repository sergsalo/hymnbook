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лиш Біблія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лиш Біблія свята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змінити може все життя.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ній читаєм, як за нас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страждав Христос в скорботний час.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Зоря життя сіяє в 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всіх людей у всі віки.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Слово Боже в світі цім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 життя і світло всім!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лиш Біблія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 нам вість, що є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вічного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крові Спасителя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Зоря життя сіяє в 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всіх людей у всі віки.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Слово Боже в світі цім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 життя і світло всім!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свідчить Біблія одна,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смерті жала вже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Себе не пощадив,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нас, грішних, з Богом примирив.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Зоря життя сіяє в 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всіх людей у всі віки.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Слово Боже в світі цім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 життя і світло всім!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Біблію в житті 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не боїться тьми могил.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надію нам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нас на небі радість жде.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Зоря життя сіяє в 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всіх людей у всі віки.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Слово Боже в світі цім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 життя і світло всім!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2026-10-01T00:32:45Z</dcterms:created>
  <dcterms:modified xsi:type="dcterms:W3CDTF">2026-10-01T00:32:45Z</dcterms:modified>
</cp:coreProperties>
</file>