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Глибше хочу правду пізнавати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№447)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Глибше хочу правду пізнавати,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в Святім Письмі.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Буду завжди Біблію читати,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слухатись її.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 і молюсь,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щодня я більш учусь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більш зростаю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Божім Слові дорогім.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Глибше серцем хочу відчувати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любов святу,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Богом завжди хочу спільність мати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щастя повноту.</a:t>
            </a:r>
            <a:endParaRPr lang="en-US" sz="4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 і молюсь,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щодня я більш учусь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більш зростаю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Божім Слові дорогім.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хочу Богу покоритись,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так, як Він учив,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хочу щиро Спасові молитись,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жити, як Він жив.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 і молюсь,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щодня я більш учусь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більш зростаю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Божім Слові дорогім.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Більше хочу я зміцнятись в Бозі,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істині Христа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вірним бути на святій дорозі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кінця життя.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вірю і молюсь,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щодня я більш учусь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більш зростаю в нім,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Божім Слові дорогім.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2026-10-01T00:33:01Z</dcterms:created>
  <dcterms:modified xsi:type="dcterms:W3CDTF">2026-10-01T00:33:01Z</dcterms:modified>
</cp:coreProperties>
</file>