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Христос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Христос дає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істини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щодня у вірі укріпляє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являє ласку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дітям вибраним Своїм.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 Христом приємно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кожний час!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добрий всім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вічне, Слово істини Своє.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нашу Він кріпить,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у кожну мить.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Ісус Христос добрий є!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Манну з неба посилав,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подавав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Бог наш у далеку давнину.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ж не сповнить Духом Він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вірних дочок і синів,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сердечно нині моляться Йому?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добрий всім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вічне, Слово істини Своє.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нашу Він кріпить,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у кожну мить.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Ісус Христос добрий є!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знову прийде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від землі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небі будем всі радіти з Ним;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домі вічного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життю нема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всі співати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слави гімн.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добрий всім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вічне, Слово істини Своє.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нашу Він кріпить,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у кожну мить.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Ісус Христос добрий є!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2026-10-01T00:33:17Z</dcterms:created>
  <dcterms:modified xsi:type="dcterms:W3CDTF">2026-10-01T00:33:17Z</dcterms:modified>
</cp:coreProperties>
</file>