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Книгу Божу маю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№449)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Книгу Божу маю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старенька вже вона,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згадую давно минулі 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читала мама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Спасителя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було на серці радісно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чудова, найдорожча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Книго Божа,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люблю, люблю тебе!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звернути не даєш,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Царство Боже приведеш,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край, куди Бог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назавжди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святе життя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звіщала Книга 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любив,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вмирав Він на хресті.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уважно слухав все.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«Памʼятай, за тебе це,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говорила мама. – Ти Його люби».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чудова, найдорожча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Книго Божа,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люблю, люблю тебе!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звернути не даєш,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Царство Боже приведеш,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край, куди Бог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назавжди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 давно, давно я чув,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святих слів не забув,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мені ця Книга світлом є в житті.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слова Христа люблю,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вперед за Ним іду,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я до щастя вічного прийти.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чудова, найдорожча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Книго Божа,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люблю, люблю тебе!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звернути не даєш,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Царство Боже приведеш,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край, куди Бог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назавжди мене.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2026-10-01T00:33:32Z</dcterms:created>
  <dcterms:modified xsi:type="dcterms:W3CDTF">2026-10-01T00:33:32Z</dcterms:modified>
</cp:coreProperties>
</file>