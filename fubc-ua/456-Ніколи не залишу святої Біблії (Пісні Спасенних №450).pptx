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Ніколи не залишу святої Біблії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№450)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Ніколи не залишу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святої Біблії,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вона шлях до спасіння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показує усім.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залишу ніколи Біблії, не залишу,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залишу ніколи Книги Божої.</a:t>
            </a:r>
            <a:endParaRPr lang="en-US" sz="5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Коли я у спокусі,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горі чи в журбі,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вона мене навчає,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підтримує завжди.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залишу ніколи Біблії, не залишу,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залишу ніколи Книги Божої.</a:t>
            </a:r>
            <a:endParaRPr lang="en-US" sz="5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Коли мій шлях губився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поміж бурхливих хвиль,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вона знов направляла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цілі човен мій.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залишу ніколи Біблії, не залишу,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залишу ніколи Книги Божої.</a:t>
            </a:r>
            <a:endParaRPr lang="en-US" sz="5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їй лиш довіряю,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знаходжу в ній Христа,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ній світло правди сяє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 любові повнота.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залишу ніколи Біблії, не залишу,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залишу ніколи Книги Божої.</a:t>
            </a:r>
            <a:endParaRPr lang="en-US" sz="50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2026-10-01T00:33:48Z</dcterms:created>
  <dcterms:modified xsi:type="dcterms:W3CDTF">2026-10-01T00:33:48Z</dcterms:modified>
</cp:coreProperties>
</file>