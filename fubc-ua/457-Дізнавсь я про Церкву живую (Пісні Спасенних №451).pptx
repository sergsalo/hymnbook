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Дізнавсь я про Церкву живую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Дізнавсь я про Церкву живую,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радість для серця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нікуди вже більш не піду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прийнявши Христову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йди в Церкву живую,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радість, і мир знайдеш там.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і віддайся Ісусу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увійдеш із Ним в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знаєте Церкву живую,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браття і сестри мої?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 на дорогу святую,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Церкви живої ідіть.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йди в Церкву живую,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радість, і мир знайдеш там.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і віддайся Ісусу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увійдеш із Ним в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скільки вже душ без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Церкві знайшли мир святий!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ллється молитва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живе в ній Христос дорогий.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йди в Церкву живую,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радість, і мир знайдеш там.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і віддайся Ісусу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увійдеш із Ним в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Ходив я усюди по світу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щастя ніде не знайшов;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закінчився шлях безпросвітний,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у Церкву ввійшов.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йди в Церкву живую,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радість, і мир знайдеш там.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 і віддайся Ісусу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увійдеш із Ним в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2026-10-01T00:34:03Z</dcterms:created>
  <dcterms:modified xsi:type="dcterms:W3CDTF">2026-10-01T00:34:03Z</dcterms:modified>
</cp:coreProperties>
</file>