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Твій, Боже, дім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№452)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Твій, Боже, дім,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Духом Ти живеш,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я Церкву із людей,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спасенних у Христі.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0695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113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90199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Люблю, о Боже мій,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Церкву – Твій алмаз;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немов зіницю, повсякчас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бережеш її.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1234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8575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84815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Церкву дорогу,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зібрання душ живих,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вибраних дітей Твоїх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завжди молю.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3027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6782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6688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Бажаю я завжди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єднання мати в ній,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звершати разом труд святий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хрест скорбот нести.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1699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8110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8016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небесному краю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 віддам Тобі,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Твоєю Церквою тоді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славу розділю.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1424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8385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8291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2026-10-01T00:34:19Z</dcterms:created>
  <dcterms:modified xsi:type="dcterms:W3CDTF">2026-10-01T00:34:19Z</dcterms:modified>
</cp:coreProperties>
</file>