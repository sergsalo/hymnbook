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||:4-4:||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||:4-4:||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||:4-4:|| · rows:2,1,1,2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стоїть, як башта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№453)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стоїть, як башта, як фортеця,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жива Христова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Церква серед хвиль;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Божа благодать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безмірно ллється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грізний ураган,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повний штиль.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2976486" y="4711446"/>
            <a:ext cx="0" cy="136017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21610" y="4711446"/>
            <a:ext cx="0" cy="136017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18765" y="5071491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добре, що живе вона і діє,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добре, що залежна від Христа,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зерно життя у людські душі сіє,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непереможна і свята.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81861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6235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15295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нас складається величне диво,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грішників, що прощені Христом.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– Божий храм 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цим сповна щасливі,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ллється з наших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 хвали псалом.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858135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9961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39021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Безсилі ми, але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– могутній!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Незнатні ми, та слава наша в Нім!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Він гряде, Його вже кроки чути,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взяти нас 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славний вічний дім.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568880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29216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28276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2026-10-01T00:34:34Z</dcterms:created>
  <dcterms:modified xsi:type="dcterms:W3CDTF">2026-10-01T00:34:34Z</dcterms:modified>
</cp:coreProperties>
</file>