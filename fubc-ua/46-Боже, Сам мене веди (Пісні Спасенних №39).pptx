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Сам мене веди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№39)</a:t>
            </a:r>
            <a:endParaRPr lang="en-US" sz="4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Сам мене веди, Сам веди,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світлом будь мені завжди, будь завжди.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Пастир, мій Господь, мій Господь,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знаєш гніт моїх тривог, гніт тривог.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мене завжди веди, Сам веди.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мені іти, поможи,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стежині чистоти.</a:t>
            </a:r>
            <a:endParaRPr lang="en-US" sz="4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захоче гріх звести, гріх звести,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Ти, Ісусе, захисти, захисти.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 йду вузьким шляхом, йду шляхом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Твоїм святим щитом, під щитом.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мене завжди веди, Сам веди.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мені іти, поможи,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стежині чистоти.</a:t>
            </a:r>
            <a:endParaRPr lang="en-US" sz="4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збережеш завжди, так, завжди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врятуєш від біди, від біди,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дім небесний приведеш, приведеш,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всі сльози обітреш, обітреш.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Боже!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мене завжди веди, Сам веди.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мені іти, поможи,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стежині чистоти.</a:t>
            </a:r>
            <a:endParaRPr lang="en-US" sz="49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2026-09-29T16:25:21Z</dcterms:created>
  <dcterms:modified xsi:type="dcterms:W3CDTF">2026-09-29T16:25:21Z</dcterms:modified>
</cp:coreProperties>
</file>