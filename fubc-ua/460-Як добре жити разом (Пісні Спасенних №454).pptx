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 жити разом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 жити разом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злагоді братам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дружно і старанно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для Христа.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1518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8291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197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роса спадає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Єрмону на Сіон,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Бог благословляє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вірних знов і знов.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3560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248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6154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між нами завжди,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береже від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добра і правди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у небеса.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9235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574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480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введе до раю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добрий Пастир-Бог,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разом заспіваєм,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прославимо Його!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7142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667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2573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2026-10-01T00:34:55Z</dcterms:created>
  <dcterms:modified xsi:type="dcterms:W3CDTF">2026-10-01T00:34:55Z</dcterms:modified>
</cp:coreProperties>
</file>