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Церкво Божа, піднімайся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Церкво Божа, піднімайся,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стріти Господа збирайся: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прийде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готових візьме Він.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Наречено, ти так стомилась,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страждати мало тобі лишилось.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прийде з небес Спаситель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введе тебе.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ввись здіймай в молінні: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 утішіння.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Наречено, не лякайсь,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істини тримайсь.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Наречено, ти так стомилась,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страждати мало тобі лишилось.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прийде з небес Спаситель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введе тебе.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ти вже стомилась,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багато потрудилась.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праці час 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відпочинок в небі жде.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Наречено, ти так стомилась,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страждати мало тобі лишилось.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прийде з небес Спаситель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введе тебе.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вічна радість буде,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тривоги ти забудеш.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бадьора і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для Бога потрудись.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Наречено, ти так стомилась,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страждати мало тобі лишилось.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прийде з небес Спаситель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Отчий дім введе тебе.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2026-10-01T00:35:14Z</dcterms:created>
  <dcterms:modified xsi:type="dcterms:W3CDTF">2026-10-01T00:35:14Z</dcterms:modified>
</cp:coreProperties>
</file>