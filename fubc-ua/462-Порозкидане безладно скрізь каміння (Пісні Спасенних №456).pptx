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 · rows:2,1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Порозкидане безладно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каміння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№456)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Порозкидане безладно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каміння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перешкода завжди нам,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з покладеного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щільно і з умінням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виростає дивний храм.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спасенні душі з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себе храм складають,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непохитно він стоїть.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Господній в нім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перебуває,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єднає в моноліт.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куски заліза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кидають в горнило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виливається метал,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пізніше він гартується надійно,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стає міцною сталь.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 і ми серцями ще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міцніш зʼєднаймось,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будьмо храмом для Творця.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 святий в житті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звершати так стараймось,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прославити Христа.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2026-10-01T00:35:34Z</dcterms:created>
  <dcterms:modified xsi:type="dcterms:W3CDTF">2026-10-01T00:35:34Z</dcterms:modified>
</cp:coreProperties>
</file>