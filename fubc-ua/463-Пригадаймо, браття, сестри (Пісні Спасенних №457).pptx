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Пригадаймо, браття, сестри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Пригадаймо, браття, сестри,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 минулії часи,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збирались на вечерю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любові вірні всі.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5003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4806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4712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тілу догоджати,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проводили вони,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щоб Бога прославляти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любові й простоті.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140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840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8311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столом псалми хваління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линули з сердець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дароване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у Сині дав Отець.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4495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314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220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той час любов Христову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відчували вірні всі.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Церкви Божої будова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виростала у красі.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3311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6497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403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ми всі зійшлися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братерським цим столом,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співи знов злилися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піднесений псалом.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758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051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957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Спасителю, благаєм,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спільність цю благослови,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хай нас навчає,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любові ми жили.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240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740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313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2026-10-01T00:35:51Z</dcterms:created>
  <dcterms:modified xsi:type="dcterms:W3CDTF">2026-10-01T00:35:51Z</dcterms:modified>
</cp:coreProperties>
</file>