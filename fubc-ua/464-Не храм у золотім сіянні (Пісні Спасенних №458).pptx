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храм у золотім сіянні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№458)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храм у золотім сіянні,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коло вибраних гостей,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Христова Церква – це зібрання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відкуплених Його дітей.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Зібрання душ, в крові омитих,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очищених від всіх гріхів,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зібрання душ віків прожитих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наступаючих часів.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Зібрання душ з усіх народів,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усіх країн, материків,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у Христі знайшли свободу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несуть її крізь всі роки.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слава, почесті і квіти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провадять Церкву на землі.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сповнити Христа завіти,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звершає путь в борні.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Її борці завжди гонимі,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страждають за Імʼя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в сльозах за тих понині,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гине в світі у гріхах.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Настане скоро день великий: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небес гряде її Жених,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поєднатися навіки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сонмом вибраних святих.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іде, щоб Церкву взяти,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покласти бідам всім кінець.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Її чекає в небі свято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вічного життя вінець.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Церква вічна і єдина,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радо йду в її рядах.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прийняв мене, як сина,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місце дав у небесах.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2026-10-01T00:36:09Z</dcterms:created>
  <dcterms:modified xsi:type="dcterms:W3CDTF">2026-10-01T00:36:09Z</dcterms:modified>
</cp:coreProperties>
</file>