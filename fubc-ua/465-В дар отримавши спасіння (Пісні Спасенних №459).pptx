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дар отримавши спасіння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№459)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дар отримавши спасіння,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вільні ми від пут гріха,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Христі – нове творіння,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нас усіх одна мета.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святе єднання Церкви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стіймо впевнено, брати,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бережімо віри твердість,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єднаймось у Христі.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час розділень і зневіри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єдність збережем, брати,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будем без вагання, сміло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Христом вперед іти.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святе єднання Церкви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стіймо впевнено, брати,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бережімо віри твердість,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єднаймось у Христі.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міцна, незламна віра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проведе у дні спокус,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благодать у повній мірі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 пізнати дасть Ісус.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святе єднання Церкви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стіймо впевнено, брати,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бережімо віри твердість,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єднаймось у Христі.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2026-10-01T00:36:27Z</dcterms:created>
  <dcterms:modified xsi:type="dcterms:W3CDTF">2026-10-01T00:36:27Z</dcterms:modified>
</cp:coreProperties>
</file>