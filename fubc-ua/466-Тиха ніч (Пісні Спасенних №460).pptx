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||:5-5:||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||:5-5:||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||:5-5:||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Тиха ніч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№460)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1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Тиха ніч, дивна ніч!</a:t>
            </a:r>
            <a:endParaRPr lang="en-US" sz="5100" dirty="0"/>
          </a:p>
          <a:p>
            <a:pPr algn="ctr" indent="0" marL="0">
              <a:lnSpc>
                <a:spcPts val="61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навкруг мирно спить,</a:t>
            </a:r>
            <a:endParaRPr lang="en-US" sz="5100" dirty="0"/>
          </a:p>
          <a:p>
            <a:pPr algn="ctr" indent="0" marL="0">
              <a:lnSpc>
                <a:spcPts val="61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не дрімає подружжя святе:</a:t>
            </a:r>
            <a:endParaRPr lang="en-US" sz="5100" dirty="0"/>
          </a:p>
          <a:p>
            <a:pPr algn="ctr" indent="0" marL="0">
              <a:lnSpc>
                <a:spcPts val="61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дивне Дитятко послав їм Творець,</a:t>
            </a:r>
            <a:endParaRPr lang="en-US" sz="5100" dirty="0"/>
          </a:p>
          <a:p>
            <a:pPr algn="ctr" indent="0" marL="0">
              <a:lnSpc>
                <a:spcPts val="61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в їх душах горить.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1637043" y="4711446"/>
            <a:ext cx="0" cy="582930"/>
          </a:xfrm>
          <a:prstGeom prst="line">
            <a:avLst/>
          </a:prstGeom>
          <a:noFill/>
          <a:ln w="24912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1053" y="4711446"/>
            <a:ext cx="0" cy="582930"/>
          </a:xfrm>
          <a:prstGeom prst="line">
            <a:avLst/>
          </a:prstGeom>
          <a:noFill/>
          <a:ln w="24912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58208" y="4682871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Тиха ніч, дивна ніч!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Ангел враз сповістив: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«Тіштеся: нині родився Христос,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благовоління приніс Він з висот,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світло спасіння явив!»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103958" y="47365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94138" y="47365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93198" y="47137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Тиха ніч, дивна ніч!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Сина в світ Бог послав.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же відкриються наші серця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хай прославлять Його всі уста: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нам Спасителя дав!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973529" y="47365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24567" y="47365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323627" y="47137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2026-10-01T00:36:45Z</dcterms:created>
  <dcterms:modified xsi:type="dcterms:W3CDTF">2026-10-01T00:36:45Z</dcterms:modified>
</cp:coreProperties>
</file>