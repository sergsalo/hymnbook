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Слава у вишніх Богові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№461)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Слава у вишніх Богові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на землі мир, в людях,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людях благовоління,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благовоління.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2026-10-01T00:37:02Z</dcterms:created>
  <dcterms:modified xsi:type="dcterms:W3CDTF">2026-10-01T00:37:02Z</dcterms:modified>
</cp:coreProperties>
</file>