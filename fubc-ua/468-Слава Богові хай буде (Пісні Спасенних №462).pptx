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Богові хай буде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Богові хай буде: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послав на землю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Дивна радість людям всюди: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народився Божий Син!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Богу! Слава Богу!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родився Божий Син.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Богові повік! Амінь.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небі був у славі,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мав престол величний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спасіння, Божу справу,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людськім тілі Він звершив.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Богу! Слава Богу!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родився Божий Син.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Богові повік! Амінь.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Народивсь в печері бідній,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всім слугою став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всі провини світу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Він постраждав.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Богу! Слава Богу!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родився Божий Син.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Богові повік! Амінь.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почуйте вістку дивну: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«Є спасіння у Христі!»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Поспішіть до Нього нині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знайдете мир в повноті.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Богу! Слава Богу!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родився Божий Син.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Богові повік! Амінь.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2026-10-01T00:37:21Z</dcterms:created>
  <dcterms:modified xsi:type="dcterms:W3CDTF">2026-10-01T00:37:21Z</dcterms:modified>
</cp:coreProperties>
</file>