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радості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радості, повний святості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благодатний цей день Різдва!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в гріхах томився,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Син явився,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віруючим всім – день торжества!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радості, повний святості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благодатний цей день Різдва!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Ангели небесні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піснях чудесних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сповіщають нам день торжества!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радості, повний святості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благодатний цей день Різдва!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спаслась людина,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послав в світ Сина!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Радуйтесь! Настав день торжества!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2026-10-01T00:37:40Z</dcterms:created>
  <dcterms:modified xsi:type="dcterms:W3CDTF">2026-10-01T00:37:40Z</dcterms:modified>
</cp:coreProperties>
</file>