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престолом благ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престолом благ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мольба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в простих словах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благаю я: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Боже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душі гріхи всі змий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стань в житті моїм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все у всім!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Приношу у мольбі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каяття,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віри дай мені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все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Ти помер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спасенний я тепер!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стань в душі моїй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все у всім!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голос Твій почув,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ніжний дзвін,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душею враз відчув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добрих змін.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Вагання відійшло,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ожило,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поселився в 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Ти, все у всім!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престолом благ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знов стою,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у небесах 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мольбу мою.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благодатних сил,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більше я 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був в житті моїм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все у всім!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2026-09-29T16:29:54Z</dcterms:created>
  <dcterms:modified xsi:type="dcterms:W3CDTF">2026-09-29T16:29:54Z</dcterms:modified>
</cp:coreProperties>
</file>