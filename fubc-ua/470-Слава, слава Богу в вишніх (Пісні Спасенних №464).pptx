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 Богу в вишніх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 Богу в вишніх,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– мир,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Бога щиро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 Його до нас.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амінь!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77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0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19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всесвітом керує,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має в небі Свій престол,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сповістивши: «Ось іду Я»,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людина в світ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амінь!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77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0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19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Вифлеємі народився,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бідних яслах Він лежав.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нас Христос смирився,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спасіння кожен мав.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амінь!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77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0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19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 милість і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являє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Своє благословіння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нині дати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амінь!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77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0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19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прийдіть усі, не гайтесь,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Ісуса поспішіть,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своїх покайтесь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Його любов прийміть.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амінь!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77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0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19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2026-10-01T00:37:58Z</dcterms:created>
  <dcterms:modified xsi:type="dcterms:W3CDTF">2026-10-01T00:37:58Z</dcterms:modified>
</cp:coreProperties>
</file>