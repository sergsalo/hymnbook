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Дитя нам вічний Бог послав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№465)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Дитя нам вічний Бог послав,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 Сина нам Свого;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могутню владу Бог поклав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рамена Його.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452804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45292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44352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«Чудовий, сильний Бог-Творець» –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Імʼя Йому дадуть.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«Порадник, вічності Отець</a:t>
            </a:r>
            <a:endParaRPr lang="en-US" sz="5000" dirty="0"/>
          </a:p>
          <a:p>
            <a:pPr algn="ctr" indent="0" marL="0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миру Князь» – назвуть.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1651508" y="3543300"/>
            <a:ext cx="0" cy="1333500"/>
          </a:xfrm>
          <a:prstGeom prst="line">
            <a:avLst/>
          </a:prstGeom>
          <a:noFill/>
          <a:ln w="24423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46588" y="3543300"/>
            <a:ext cx="0" cy="1333500"/>
          </a:xfrm>
          <a:prstGeom prst="line">
            <a:avLst/>
          </a:prstGeom>
          <a:noFill/>
          <a:ln w="24423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41838" y="3898900"/>
            <a:ext cx="10668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Царство вічне встановив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мир приніс у світ,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навіки правдою зміцнив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престол Свій і Завіт.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848053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50043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49103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2026-10-01T00:38:17Z</dcterms:created>
  <dcterms:modified xsi:type="dcterms:W3CDTF">2026-10-01T00:38:17Z</dcterms:modified>
</cp:coreProperties>
</file>