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||:3-4:||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Спасителю несем!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№466)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Хвалу Спасителю несем!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залишив у небі все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світ прийшов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малим Дитям,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щастя вічне дати нам.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68984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29112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2817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Святий єдиний Божий Син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всесвітом Володар Він,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тілі людському прийшов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всім явив Свою любов.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8384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425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1331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землю й світлі небеса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тримає у Своїх руках.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Той, Хто створив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увесь цей світ,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родився в бідному хліві.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87627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10469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09529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Дитятко це – великий Бог!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Безмежна благодать Його!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Приймає Він до Себе всіх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назавжди прощає гріх.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63243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5663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6472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Заради нас Він вбогим став,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нам нетлінні скарби дав,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звільнив нас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кайданів зла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вхід відкрив у небеса.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2999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68103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67163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Великий подвиг Він звершив!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співаймо від душі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прославляймо всі Його,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– наш Пастир,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наш Бог.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17624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80472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7953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2026-10-01T00:38:35Z</dcterms:created>
  <dcterms:modified xsi:type="dcterms:W3CDTF">2026-10-01T00:38:35Z</dcterms:modified>
</cp:coreProperties>
</file>