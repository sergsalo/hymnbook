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Осанна!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№467)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Осанна! Осанна! Осанна!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друзі, славмо дружно всі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Спасителя Христа!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Співаймо радісно пісні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дивний день Різдва.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Осанна хай кругом звучить!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Осанна в честь Христа!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свято радісне Різдва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співайте, всі уста!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 свято радісне Різдва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людей, для людей.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свято радісне Різдва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співайте, всі уста!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Осанна! Осанна! Осанна!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Осанна! Хай співають всі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доброту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Він прощає всякий гріх,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дає нове життя.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Осанна хай кругом звучить!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Осанна в честь Христа!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свято радісне Різдва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співайте, всі уста!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 свято радісне Різдва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людей, для людей.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свято радісне Різдва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співайте, всі уста!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Осанна! Осанна! Осанна!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Осанна хай звучить в серцях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день Різдва святий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славне місце в небесах,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дав нам Бог благий.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Осанна хай кругом звучить!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Осанна в честь Христа!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свято радісне Різдва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співайте, всі уста!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 свято радісне Різдва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людей, для людей.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свято радісне Різдва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співайте, всі уста!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Осанна! Осанна! Осанна!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зібраннях наших і домах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прославмо всі Христа.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– Путь, і Правда, і Життя,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Він – Любов свята.</a:t>
            </a:r>
            <a:endParaRPr lang="en-US" sz="5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Осанна хай кругом звучить!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Осанна в честь Христа!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свято радісне Різдва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співайте, всі уста!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 свято радісне Різдва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людей, для людей.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свято радісне Різдва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співайте, всі уста!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2026-10-01T00:38:52Z</dcterms:created>
  <dcterms:modified xsi:type="dcterms:W3CDTF">2026-10-01T00:38:52Z</dcterms:modified>
</cp:coreProperties>
</file>