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ангельську прийміть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ангельську прийміть: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народився Цар царів.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Він у світ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Нім кожен мир знайшов.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спасенні, перед Ним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заспіваймо слави гімн,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радіє вся земля: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народилось Немовля.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ангельську прийміть: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народився Цар царів.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Пастухи розносять вість,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зʼявивсь небесний Гість;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мудреці зі сходу йдуть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дари Йому несуть.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Святого Духа всім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народився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прийшов у грішний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здійснився Заповіт.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ангельську прийміть: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народився Цар царів.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всі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Відкупителя свого!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діви народивсь,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тілі в світ Господь явивсь,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умалився ради нас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людство спас.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правди Він явив,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із Богом примирив.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ангельську прийміть: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народився Цар царів.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2026-10-01T00:39:11Z</dcterms:created>
  <dcterms:modified xsi:type="dcterms:W3CDTF">2026-10-01T00:39:11Z</dcterms:modified>
</cp:coreProperties>
</file>