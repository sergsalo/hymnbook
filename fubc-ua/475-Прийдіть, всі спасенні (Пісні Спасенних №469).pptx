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Прийдіть, всі спасенні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Прийдіть, всі спасенні,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радісним хвалінням,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же, не гайтеся, у Вифлеєм: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народився,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всього творіння.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і поклоніться,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і поклоніться Ісусу Христу!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2216829" y="466115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81267" y="466115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74612" y="463892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Співали у небі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ангельськії хори,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лунала хвала для Царя всіх царів: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навіки,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в вишніх Богу!»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і поклоніться,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і поклоніться Ісусу Христу!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2216829" y="466115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81267" y="466115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74612" y="463892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люди, прийдіть до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скоріше –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 різдвяна засяє в серцях,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подарує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вам спасіння вічне.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і поклоніться,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і поклоніться Ісусу Христу!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2216829" y="466115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81267" y="4661154"/>
            <a:ext cx="0" cy="56007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74612" y="463892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2026-10-01T00:39:29Z</dcterms:created>
  <dcterms:modified xsi:type="dcterms:W3CDTF">2026-10-01T00:39:29Z</dcterms:modified>
</cp:coreProperties>
</file>