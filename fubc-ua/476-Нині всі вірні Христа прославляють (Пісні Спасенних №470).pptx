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всі вірні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всі вірні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небесні Ісуса вітають.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 народився!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звіщають в хвалі.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 і мир на землі!»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Бог явився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радійте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гімни хваління 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ллються рікою.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Вірні, співайте Творцеві в хвалі: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«Слава Богу в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на землі!»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Зірка небесна дорогу вказала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трьом мудрецям,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Ісуса шукали.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Цінні дарунки вони принесли,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знали, що Дитятко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– Цар царів.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Ірод почув,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народився,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Народженого розлютився,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вбити таємно Дитятко хотів,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Христос родився,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шукати звелів.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Йосипу ангел зʼявився звістити: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«Ірод шукає Дитину, щоб вбити,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швидше Марію бери і Дитя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аж у Єгипті рятуй їх життя».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Ірод невинних дітей убиває,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мати з Ісусом в Єгипет втікає.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Дивно спаслося Дитятко святе,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потім світ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примирити з Отцем.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 мир на землі!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народився –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2026-10-01T00:39:46Z</dcterms:created>
  <dcterms:modified xsi:type="dcterms:W3CDTF">2026-10-01T00:39:46Z</dcterms:modified>
</cp:coreProperties>
</file>