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Світе, радій! Христос родивсь!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№471)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Світе, радій! Христос родивсь!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земле, торжествуй!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скоріш Царя царів,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віддай Йому,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хвалу, хвалу віддай Йому!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61006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37090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3615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«Світе, радій! Приймай Царя!»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церквах лунає гімн;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ліси, поля, гаї, моря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всесвіт вторить їм,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всесвіт, всесвіт вторить їм!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43430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54666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5372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гріх не осліпляв людей,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жили у злі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нове Господь дає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всіх кінцях землі,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всіх, на всіх кінцях землі.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26614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71482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7054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мир приніс і благодать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людям на землі.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 за нас на смерть віддав,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так нас полюбив,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так, бо так нас полюбив.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14727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83369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242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2026-10-01T00:40:05Z</dcterms:created>
  <dcterms:modified xsi:type="dcterms:W3CDTF">2026-10-01T00:40:05Z</dcterms:modified>
</cp:coreProperties>
</file>