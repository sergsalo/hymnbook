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Спаситель із небес зійшов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№472)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Спаситель із небес зійшов,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людське тіло на Себе прийняв,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добровільно шлях страждань обрав,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явити всім ласку й любов.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Хвала, вічна слава Христу, Христу!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Спокій, радість Він приніс всім нам.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Спокій, радість приніс Він всім нам.</a:t>
            </a:r>
            <a:endParaRPr lang="en-US" sz="4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Син у грішний світ прийшов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 пошані, не в царськім вінці –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печері бідній, в простоті,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в яслах для Себе знайшов.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Хвала, вічна слава Христу, Христу!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Спокій, радість Він приніс всім нам.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Спокій, радість приніс Він всім нам.</a:t>
            </a:r>
            <a:endParaRPr lang="en-US" sz="4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надзоряний трон залишив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всемогутній наш Бог і Творець,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як пастир за своїх овець,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людей Він життя положив.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Хвала, вічна слава Христу, Христу!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Спокій, радість Він приніс всім нам.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Спокій, радість приніс Він всім нам.</a:t>
            </a:r>
            <a:endParaRPr lang="en-US" sz="49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2026-10-01T00:40:23Z</dcterms:created>
  <dcterms:modified xsi:type="dcterms:W3CDTF">2026-10-01T00:40:23Z</dcterms:modified>
</cp:coreProperties>
</file>