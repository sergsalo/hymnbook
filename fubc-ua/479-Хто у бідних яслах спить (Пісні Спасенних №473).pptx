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у бідних яслах спить?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№473)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у бідних яслах спить?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Немовля чиє лежить?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 – Господь, Месія, Цар,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нам від Бога славний дар.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до ніг Його впадем,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честь Йому всі принесем!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говорить до людей?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страждальцям мир дає?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Він, Хто, до Кого йдуть,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хворих і сліпих ведуть?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до ніг Його впадем,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честь Йому всі принесем!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сумуючи стоїть,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у гробі Лазар спить?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вʼїздить в Єрусалим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Кого вітають всі?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до ніг Його впадем,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честь Йому всі принесем!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воскрес, щоб всіх спасти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блукаючих знайти?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 – Христос, то – Божий Син,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врятував нас тільки Він.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до ніг Його впадем,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честь Йому всі принесем!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2026-10-01T00:40:41Z</dcterms:created>
  <dcterms:modified xsi:type="dcterms:W3CDTF">2026-10-01T00:40:41Z</dcterms:modified>
</cp:coreProperties>
</file>