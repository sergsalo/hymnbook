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мій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мій, до Тебе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і тягар страждань часто несу.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боротьбі земній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мій, до Тебе йду.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подорожній тут, на цій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відпочинок мій лиш у Тобі.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Навіть у час нічний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мій, до Тебе йду.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лиш настане день – славлю Тебе,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знову хвалою Ти сповнив мене.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увись дух мій,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мій,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мій, до Тебе йду.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як земне життя Ти перервеш,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в небеса мене вічні введеш.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країні тій;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ближче, о Боже мій, до Тебе 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2026-09-29T16:34:33Z</dcterms:created>
  <dcterms:modified xsi:type="dcterms:W3CDTF">2026-09-29T16:34:33Z</dcterms:modified>
</cp:coreProperties>
</file>