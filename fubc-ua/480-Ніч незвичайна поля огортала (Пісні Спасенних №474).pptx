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незвичайна поля огортала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незвичайна поля огортала,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грішний народ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безпробудно ще спав,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чисте небо велично співало: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«Світу Творець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Відкупителем став!»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чим нам прийти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святого Дитяти?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принести дивні перли морів,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гір і лугів аромати?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не дарунок Цареві царів.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не потрібні багатства ці Богу,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Володар всіх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скарбів земних,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смиренних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й духом убогих,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слухати любить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благання простих.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Зірка спасіння для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засвітилась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показала до Господа шлях.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проявив вічну ласку і милість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поселився у наших серцях.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2026-10-01T00:40:58Z</dcterms:created>
  <dcterms:modified xsi:type="dcterms:W3CDTF">2026-10-01T00:40:58Z</dcterms:modified>
</cp:coreProperties>
</file>