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Всесильний Царю світу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№475)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Всесильний Царю світу,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ясла вибрав Сам,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раб, упокорився,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всіх слугою став.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я, звичайний житель,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усім розповідав,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 яслах був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сам Тебе не знав.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почув я голос: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в яслах бідних був,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лишив небес простори,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нині йду.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поселитись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серці Я твоїм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нім відобразитись,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дзеркалі живім».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Ти мені зʼявився,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любовʼю освітив.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чудо! Ти родився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ту ж саму мить в мені,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духом відродився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став дитям Твоїм.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 серці оселився,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назавжди став моїм.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Царюй же, Божий Сину,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моєму серці 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завжди невпинно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міг рости.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Тобі, Святому,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 цілком віддав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житті земному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лиш прославляв.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2026-10-01T00:41:16Z</dcterms:created>
  <dcterms:modified xsi:type="dcterms:W3CDTF">2026-10-01T00:41:16Z</dcterms:modified>
</cp:coreProperties>
</file>