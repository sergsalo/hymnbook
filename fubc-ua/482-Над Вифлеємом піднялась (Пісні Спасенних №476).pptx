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Вифлеємом піднялась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№476)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Вифлеємом піднялась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 ясна зоря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світлим променем горить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сяє благодать згори: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родивсь Христос Спаситель нам!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Родивсь Христос! Родивсь Христос!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звучить Йому хвала!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Родивсь Христос,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родивсь Христос – Йому хвала!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 стомлений, радій: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прийшов з небес!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Людиною став Божий Син,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лежить у бідних яслах Він,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прийшов спасти мене й тебе!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Родивсь Христос! Родивсь Христос!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звучить Йому хвала!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Родивсь Христос,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родивсь Христос – Йому хвала!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зіркою йдуть в Вифлеєм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сходу мудреці.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Знаходять Господа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дари приносять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цим визнавши Царя у Нім.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Родивсь Христос! Родивсь Христос!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звучить Йому хвала!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Родивсь Христос,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родивсь Христос – Йому хвала!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2026-10-01T00:41:35Z</dcterms:created>
  <dcterms:modified xsi:type="dcterms:W3CDTF">2026-10-01T00:41:35Z</dcterms:modified>
</cp:coreProperties>
</file>