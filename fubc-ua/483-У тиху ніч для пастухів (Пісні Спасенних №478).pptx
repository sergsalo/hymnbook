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тиху ніч для пастухів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№478)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тиху ніч для пастухів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зоряних вишин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хор ангелів благовістив: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«Родився Божий Син!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добра воля між людьми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мир буде на землі!»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Приймайте вістку, люди всі: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дорослі та малі!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й досі ця чудова вість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лунає на землі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всім, хто серцем вірить їй,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приносить радість, мир.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Міста, і села, й хутори,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палаци та хати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ці Різдвяні вечори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чують спів святий.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 марноті цей грішний світ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чує ласки гімн,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ніжно закликає всіх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Себе Божий Син.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люди в темряві живуть,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йдуть до каяття,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полюбили грішну путь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суєтне життя.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 настане час колись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прийде знов Господь,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не спасати грішний світ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судити весь народ.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 день безпечно ти не 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 живи в гріхах,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до Христа мерщій іди,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жити в небесах.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2026-10-01T00:41:52Z</dcterms:created>
  <dcterms:modified xsi:type="dcterms:W3CDTF">2026-10-01T00:41:52Z</dcterms:modified>
</cp:coreProperties>
</file>