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Маленьке місто Вифлеєм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Маленьке місто Вифлеєм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спокійний сон сповив;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милосердя Бог Своє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людства проявив.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Безмежний неба простір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велично засіяв,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родився Той, Кого народ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років ждав.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небес явилась в царство тьми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свята чудова вість: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прийшов, щоб нас спасти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земній долині сліз.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Зоря вгорі засяла,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звістивши про Христа;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не згасне у пітьмі,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не струть літа.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неземний Отець послав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долину зла й скорбот,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вічну радість мав,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був спасен Христом.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Нечутно і незримо,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крізь морок бур і гроз,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дорогою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спасенних всіх Христос.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Божий Сину, з нами будь,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 любов і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 пройти життєву путь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вірність зберегти.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ми величаєм,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Еммануїле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нас навіки полюбив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прокляття спас.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2026-10-01T00:42:10Z</dcterms:created>
  <dcterms:modified xsi:type="dcterms:W3CDTF">2026-10-01T00:42:10Z</dcterms:modified>
</cp:coreProperties>
</file>