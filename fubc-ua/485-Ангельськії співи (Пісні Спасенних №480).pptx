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 · 1/1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1 · 1/1 · rows:2,1,2,1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||:3-3:|| · rows:2,2,2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 · 1/1 · rows:2,2,1,2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||:3-3:|| · rows:2,2,2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 · 1/1 · rows:1,2,2,2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 · 1/1 · ||:3-3:|| · rows:2,2,2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Ангельськії співи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(Пісні Спасенних №480)</a:t>
            </a:r>
            <a:endParaRPr lang="en-US" sz="5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Ангельськії співи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линуть в небесах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 дарують дивну радість у серця.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Нам родивсь Спаситель,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Боже Немовля,</a:t>
            </a:r>
            <a:endParaRPr lang="en-US" sz="5200" dirty="0"/>
          </a:p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Ньому відродився для життя і я.</a:t>
            </a:r>
            <a:endParaRPr lang="en-US" sz="5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Ангельськії співи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небесах звучать: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«Бог послав спасіння,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і благодать.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Богу в небі,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на землі!»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839974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58122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57182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Хай звучить невпинно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й честь Христу: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Він страждав невинно,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кров пролив святу.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Із глибин сердечних до небес ясних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щирий спів хай ллється</a:t>
            </a:r>
            <a:endParaRPr lang="en-US" sz="4900" dirty="0"/>
          </a:p>
          <a:p>
            <a:pPr algn="ctr" indent="0" marL="0">
              <a:buNone/>
            </a:pPr>
            <a:r>
              <a:rPr lang="en-US" sz="49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 усіх святих.</a:t>
            </a:r>
            <a:endParaRPr lang="en-US" sz="4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Ангельськії співи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небесах звучать: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«Бог послав спасіння,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і благодать.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Богу в небі,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на землі!»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839974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58122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57182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Віддамо ж любовʼю за Його любов: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ради нас зійшов Він з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неба в край скорбот.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Вістку про спасіння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понесем для всіх,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щоб гріхів прощення</a:t>
            </a:r>
            <a:endParaRPr lang="en-US" sz="5000" dirty="0"/>
          </a:p>
          <a:p>
            <a:pPr algn="ctr"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мати кожен міг.</a:t>
            </a:r>
            <a:endParaRPr lang="en-US" sz="5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292608" y="457200"/>
            <a:ext cx="11612880" cy="5943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Ангельськії співи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в небесах звучать: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«Бог послав спасіння,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мир і благодать.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Слава Богу в небі,</a:t>
            </a:r>
            <a:endParaRPr lang="en-US" sz="5200" dirty="0"/>
          </a:p>
          <a:p>
            <a:pPr algn="ctr" indent="0" marL="0">
              <a:lnSpc>
                <a:spcPts val="6200"/>
              </a:lnSpc>
              <a:buNone/>
            </a:pPr>
            <a:r>
              <a:rPr lang="en-US" sz="5200" b="1" i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спокій на землі!»</a:t>
            </a:r>
            <a:endParaRPr lang="en-US" sz="5200" dirty="0"/>
          </a:p>
        </p:txBody>
      </p:sp>
      <p:sp>
        <p:nvSpPr>
          <p:cNvPr id="3" name="Shape 1"/>
          <p:cNvSpPr/>
          <p:nvPr/>
        </p:nvSpPr>
        <p:spPr>
          <a:xfrm>
            <a:off x="2839974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358122" y="4340352"/>
            <a:ext cx="0" cy="1386840"/>
          </a:xfrm>
          <a:prstGeom prst="line">
            <a:avLst/>
          </a:prstGeom>
          <a:noFill/>
          <a:ln w="25400">
            <a:solidFill>
              <a:srgbClr val="8A8A8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9457182" y="4713732"/>
            <a:ext cx="1097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BBBB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×2</a:t>
            </a:r>
            <a:endParaRPr lang="en-US" sz="3600" dirty="0"/>
          </a:p>
        </p:txBody>
      </p:sp>
      <p:sp>
        <p:nvSpPr>
          <p:cNvPr id="6" name="Text 4"/>
          <p:cNvSpPr txBox="1"/>
          <p:nvPr/>
        </p:nvSpPr>
        <p:spPr>
          <a:xfrm>
            <a:off x="4270248" y="626364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***</a:t>
            </a:r>
            <a:endParaRPr lang="en-US" sz="2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2026-10-01T00:42:29Z</dcterms:created>
  <dcterms:modified xsi:type="dcterms:W3CDTF">2026-10-01T00:42:29Z</dcterms:modified>
</cp:coreProperties>
</file>