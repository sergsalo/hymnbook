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Слухай: ангельськії хори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Слухай: ангельськії хори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будять сплячий Вифлеєм,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небесному просторі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дивна зірка сяйво ллє.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Господній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Отця благовоління!»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в ангельській хвалі.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від чого небо нині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дивним сяєвом горить?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 гімн у всесвіт лине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врочисто так звучить?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Господній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Отця благовоління!»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в ангельській хвалі.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ця про милість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Свого нам Сина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Він проклав дорогу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дарував.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Господній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Отця благовоління!»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в ангельській хвалі.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Грішні люди, навертайтесь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дивним хором поєднайтесь,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лунає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Господній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Отця благовоління!»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в ангельській хвалі.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2026-10-01T00:42:46Z</dcterms:created>
  <dcterms:modified xsi:type="dcterms:W3CDTF">2026-10-01T00:42:46Z</dcterms:modified>
</cp:coreProperties>
</file>