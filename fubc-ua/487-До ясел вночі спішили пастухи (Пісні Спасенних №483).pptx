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ясел вночі спішили пастухи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ясел вночі спішили пастухи,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вони народжене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знайшли.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в вишніх Богу!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мир Бог дає!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44674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3422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2482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світлий ангел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славі їм зʼявивсь: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 Вифлеємі вам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народивсь!»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в вишніх Богу!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мир Бог дає!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44674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3422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2482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Поклонились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Немовлятку пастухи,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чистим серцем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Богу піднесли.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в вишніх Богу!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мир Бог дає!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44674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3422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2482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відкрився в 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Дитині Цар царів,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спасіння й мир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людям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в вишніх Богу!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мир Бог дає!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44674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3422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2482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2026-10-01T00:43:04Z</dcterms:created>
  <dcterms:modified xsi:type="dcterms:W3CDTF">2026-10-01T00:43:04Z</dcterms:modified>
</cp:coreProperties>
</file>