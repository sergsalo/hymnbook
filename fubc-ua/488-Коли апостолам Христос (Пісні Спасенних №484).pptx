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апостолам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апостолам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смерть Свою звістив,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молитву Він звершив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хліб благословив.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розламавши, їм подав,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до них слова сказав: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«Прийміть і споживайте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тіло є Моє».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вином також Він чашу взяв,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нею помоливсь.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«Оце є кров Моя, – сказав,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 з неї пийте всі.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Мій Заповіт в крові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вам тепер 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отож робіть це завжди 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згадуйте Мою».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дозволь нам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цей час згадати знов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 страждання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Твою пролиту кров.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звіщати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 поки прийдеш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смерть, яку за нас прийняв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 муках на хресті.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2026-10-01T00:43:23Z</dcterms:created>
  <dcterms:modified xsi:type="dcterms:W3CDTF">2026-10-01T00:43:23Z</dcterms:modified>
</cp:coreProperties>
</file>