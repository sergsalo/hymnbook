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Знаєш, друже, річеньку 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№485)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Знаєш, друже, річеньку 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 Голгофи тихо біжить?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Знаєш, Хто пролив кров Свою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любити Бога Хто вчить?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мій гріх великий, тяжкий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пітьмі я довго блукав,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став білішим за сніг,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любов Христову прийняв.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у муках страшних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Ісус Христос помирав,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даремно кров Він пролив,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за нас Він тяжко страждав.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мій гріх великий, тяжкий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пітьмі я довго блукав,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став білішим за сніг,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любов Христову прийняв.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 світу довго блукав,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думав в людях правду знайти,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Господь мене відшукав,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сили дав до Нього прийти.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мій гріх великий, тяжкий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пітьмі я довго блукав,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став білішим за сніг,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любов Христову прийняв.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 не вагався я, 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відгукнувсь на поклик Його,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велику радість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навіки в Ньому знайшов.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мій гріх великий, тяжкий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пітьмі я довго блукав,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став білішим за сніг,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любов Христову прийняв.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2026-10-01T00:43:41Z</dcterms:created>
  <dcterms:modified xsi:type="dcterms:W3CDTF">2026-10-01T00:43:41Z</dcterms:modified>
</cp:coreProperties>
</file>