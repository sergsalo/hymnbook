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3/3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3/3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3/3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Страшно бушує життєвеє море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Страшно бушує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життєвеє море,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хвилі мій човен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гойдають і бʼють.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смертній тривозі,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невимовнім горі,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молюся: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дай потонуть.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 ○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смертній тривозі,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невимовнім горі,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молюся: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дай потонуть.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○ ●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Зглянься на мене,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 і помилуй,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днів моїх ранніх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 гріхом борюсь.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 ○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Більше боротись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не маю сили.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«Боже, помилуй!» –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благаю, молюсь.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Більше боротись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не маю сили.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«Боже, помилуй!» –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благаю, молюсь.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залишай мій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човен в хвилях моря,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мій любий,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мій благий.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Близько вже берег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небесний, і скоро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знайду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душі там святий.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 ○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Близько вже берег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небесний, і скоро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знайду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душі там святий.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○ ●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2026-09-29T16:39:03Z</dcterms:created>
  <dcterms:modified xsi:type="dcterms:W3CDTF">2026-09-29T16:39:03Z</dcterms:modified>
</cp:coreProperties>
</file>