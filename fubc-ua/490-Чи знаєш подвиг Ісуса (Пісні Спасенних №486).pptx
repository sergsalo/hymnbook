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знаєш подвиг Ісуса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№486)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знаєш подвиг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знаєш про муки Його?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Весь я сльозами заллюся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згадці часу того.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 над Ним всі знущались,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ранило терня чоло!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Боляче цвяхи вʼїдались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руки і ноги Його.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90187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9622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95280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ран кров стікала струмочком,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 Божий в муках вмирав,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непроглядний жах-морок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землю навколо вкривав.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тій темноті притаївся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ворог підступний і злий.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 в Страждальця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вʼївся,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холодом смерті обвив!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39899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8197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57257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Весь я заллюся сльозами,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 пригадавши той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наш Спаситель в стражданнях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прагнув спасти грішних нас.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на хресті Він молився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розпинателів злих,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до кінця полюбив нас,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взявши на Себе наш гріх.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02435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95661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94721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Глянь на зорю воскресіння,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слухай спів дивний хвали,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бачиш: виходить нетлінний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 і Спаситель землі.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Древній змій вражений нині,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влади не має вже гріх.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Божої ласки проміння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сяє сьогодні для всіх.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23967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5842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7486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2026-10-01T00:44:00Z</dcterms:created>
  <dcterms:modified xsi:type="dcterms:W3CDTF">2026-10-01T00:44:00Z</dcterms:modified>
</cp:coreProperties>
</file>