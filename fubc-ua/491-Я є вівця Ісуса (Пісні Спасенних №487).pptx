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є вівця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є вівця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Пастир добрий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всюди Ним хвалюся,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спокій дав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віддав на муки,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постраждав,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вічної розпуки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врятував.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1945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7864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7770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є вівця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Пастир добрий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Ним вже не боюся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страждань в житті земнім.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Своєю кровʼю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очистив від гріхів,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небесною любовʼю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оживив.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9008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800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0706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є вівця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Пастир добрий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знак вічного союзу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дав Завіт Новий.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Взяв хліб, переломивши,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учнями ділив 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чаші з ними пивши,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«Чиніть це й ви!» – звелів.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1389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8420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326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є вівця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Пастир добрий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Ним одним кріплюся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долині цій земній.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за Собою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провадить в майбуття,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щастя і спокою,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вічного життя.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0045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9764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9670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2026-10-01T00:44:18Z</dcterms:created>
  <dcterms:modified xsi:type="dcterms:W3CDTF">2026-10-01T00:44:18Z</dcterms:modified>
</cp:coreProperties>
</file>