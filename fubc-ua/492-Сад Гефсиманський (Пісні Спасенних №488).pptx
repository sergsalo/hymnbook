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Сад Гефсиманський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Сад Гефсиманський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пітьмою покрився,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перед бурею, вмить занімів,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слухав уважно, як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Хтось там молився,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душевні терпів.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Сад Гефсиманський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свого визнав Друга,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ж на муки Його віддали,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дико кричали, чинили наругу,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свого розпʼяли.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схаменися, невірний народе,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від душі зле невірʼя відкинь,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Христа,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духовно відродить,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пошле Божий Син.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настане остання година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справедливий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звершатиме суд.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навернися до Бога, людино,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Він звільнить від пут.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2026-10-01T00:44:37Z</dcterms:created>
  <dcterms:modified xsi:type="dcterms:W3CDTF">2026-10-01T00:44:37Z</dcterms:modified>
</cp:coreProperties>
</file>