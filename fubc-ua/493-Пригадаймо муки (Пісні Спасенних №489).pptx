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Пригадаймо муки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№489)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Пригадаймо муки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Христові знов,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страждав Син Людський,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пролив Він кров.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у Гефсиманськім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стишенім саду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чути шум і гомін – вороги ідуть.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Йдуть вони з вогнями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Спаса хочуть взять.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Воїни мечами люто брязкотять.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вже близько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стала ворогів юрба,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тихо і ласкаво Він їх запитав: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«Вам кого потрібно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пору цю нічну?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Христа-Месію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ось Я тут стою».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ту ж мить тихо стало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тих слів простих,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злякано упали перед Ним усі.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Раптом зрадник Юда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Спасом став,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Ісуса він поцілував.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Голосно звернувся: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«Вчителю, радій!»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Натовп взяв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смерть повів.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2026-10-01T00:44:55Z</dcterms:created>
  <dcterms:modified xsi:type="dcterms:W3CDTF">2026-10-01T00:44:55Z</dcterms:modified>
</cp:coreProperties>
</file>