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Ночі пізня вже година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№490)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Ночі пізня вже година,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вкрила тьма округу всю,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Ісус на самотині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тихо молиться Отцю: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«Отче любий, чи не може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проминути чаша ця?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хай же буде,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воля праведна Твоя».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Молить Він Отця, благає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у другий, в третій раз,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піт кривавий виступає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чолі в скорботний час.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до Бога в тиші кличе,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учнів сон здолав усіх;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тяжкій борні Учитель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друзів кличе дорогих.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«Годі, годі вам дрімати!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любим учням каже Він.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Мене ідуть узяти,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настав страждань Моїх.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проллю Я кров святую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світ грішний, за всіх вас...»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Тишу розбудив нічную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шум народу в пізній час.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Йшов з народом Юда-зрадник.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Христа поцілував 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Кого на смерть віддати,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поцілунком показав.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Міцно руки враз звʼязали,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Пилата повели,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наглумились, насміялись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судити почали.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розпʼяття засудили,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розбійника, Його,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тіло до хреста прибили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натовп вимагав цього.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Сонце серед дня сховалось,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морок землю всю обняв,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завіса розірвалась,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дух Ісус віддав.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2026-10-01T00:45:15Z</dcterms:created>
  <dcterms:modified xsi:type="dcterms:W3CDTF">2026-10-01T00:45:15Z</dcterms:modified>
</cp:coreProperties>
</file>