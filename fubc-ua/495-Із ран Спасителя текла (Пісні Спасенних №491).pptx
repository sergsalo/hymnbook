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ран Спасителя текла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ран Спасителя текла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струмком пречиста кров.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Омила душу тим вона,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хто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розбійник,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розпʼятий, умирав,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по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спасіння дав.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Господа і я блукав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гинув в марноті,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Христос спасіння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Своїй святій крові.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Струмок цілющий я знайшов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Божественній крові,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 Христа святу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став щасливий в Нім.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я, немічне дитя,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знесилюсь і впаду,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знову біля ніг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я знайду.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2026-10-01T00:45:35Z</dcterms:created>
  <dcterms:modified xsi:type="dcterms:W3CDTF">2026-10-01T00:45:35Z</dcterms:modified>
</cp:coreProperties>
</file>