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свій зір піднесе на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№492)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свій зір піднесе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Христа на хресті,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отримає спокій душі.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ось поглянь,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світ полюбив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страждання покірно терпів.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Глянь! Глянь! Друже, глянь!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 на рани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терновий вінець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пізнай, як Він любить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вічну твою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суду звільнив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смерті тебе відкупив.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смерті жало навіки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відібрав,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Переможцем над пеклом Він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Глянь! Глянь! Друже, глянь!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 на рани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терновий вінець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пізнай, як Він любить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Темна хмара кругом,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смуток душу сповив,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тебе вже до краю стомив,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поглянь на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Він в промінні сія,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вічна у Нім і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Глянь! Глянь! Друже, глянь!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 на рани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терновий вінець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пізнай, як Він любить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чому ж у твоїх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непрозрілих очах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байдужість до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правди, то страх?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глянь 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у надії живій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одержиш спасіння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Глянь! Глянь! Друже, глянь!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 на рани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терновий вінець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пізнай, як Він любить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2026-10-01T00:45:54Z</dcterms:created>
  <dcterms:modified xsi:type="dcterms:W3CDTF">2026-10-01T00:45:54Z</dcterms:modified>
</cp:coreProperties>
</file>