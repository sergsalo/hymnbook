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rows:1,1,2,2,1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rows:1,2,2,1,1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rows:1,1,2,2,1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rows:1,2,2,1,1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 · rows:1,2,2,1,1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Зійдім на Голгофу, брати!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№493)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Зійдім на Голгофу, брати!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 там вмирає у муках тяжких.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правди святої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слова сповіщав,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недужих зціляв, 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 постраждав.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Вклонімось Йому!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Зійдім на Голгофу, брати!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Спаситель наругу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грішних терпить;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спраглий, і оцет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Тому подають,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Чиї води вічні для світу течуть.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Вклонімось Йому!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Зійдім на Голгофу, брати!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молить: «Не знають,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чинять... Прости!»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Зійдім на Голгофу, щоб там і за нас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молитва Христова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увись піднялась.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Вклонімось Йому!</a:t>
            </a:r>
            <a:endParaRPr lang="en-US" sz="5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Зійдім на Голгофу, брати!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Христове благання до неба летить: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«Мій Отче, чому Ти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залишив?»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наші гріхи Він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страждання терпів.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Вклонімось Йому!</a:t>
            </a:r>
            <a:endParaRPr lang="en-US" sz="5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Зійдім на Голгофу, брати!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Страждальця молитва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святая звучить: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«Звершилось! Я дух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Тобі віддаю!»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нас Він пожертвував душу Свою.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Вклонімось Йому!</a:t>
            </a:r>
            <a:endParaRPr lang="en-US" sz="4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Зійдім на Голгофу, брати!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постраждав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за наші гріхи,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муках тяжких Він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святу кров пролив!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дорого Він нам спасіння купив!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Вклонімось Йому!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2026-10-01T00:46:12Z</dcterms:created>
  <dcterms:modified xsi:type="dcterms:W3CDTF">2026-10-01T00:46:12Z</dcterms:modified>
</cp:coreProperties>
</file>