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 знаєш про Голгофу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 знаєш про Голгофу,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Христос вмирав?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страждання там жорстокі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людей прийняв.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 бачив, скільки крові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ран святих стекло?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Бачив ти вінок терновий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чолі Його?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 чув благання поклик: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«Боже, Боже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Нащо залишив Самого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боротьбі тяжкій?!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звершилось, й до Твоїх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Отче, рук святих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віддаю Мій дух покірно,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його прийми»?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за наші всі провини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тяжко Він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помер невинно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спасіння дав.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Благодаті час величний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 настав.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мир, прощення вічне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крові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Любий друже, не вагайся,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Голгофу 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Христа покайся,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склади.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Господа почуєш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слова святі: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прощаю, вір, що будеш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в небі ти».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2026-10-01T00:46:32Z</dcterms:created>
  <dcterms:modified xsi:type="dcterms:W3CDTF">2026-10-01T00:46:32Z</dcterms:modified>
</cp:coreProperties>
</file>