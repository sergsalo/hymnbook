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багряниці Син Божий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багряниці Син Божий,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терновім вінці,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звʼязані лагідні руки.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болю, страждання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світлім лиці,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жалю до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всіх, скільки муки!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69314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8782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27842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тілом лише Він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страждає в цей час,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безмірно жахливе мучення,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переносить ще більше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 душа,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не всі приймуть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прощення.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3367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6442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6348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Христовому зорі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любові вогонь,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щиро Він всіх пригортає,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 хоче народ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зрозуміти Його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над Ним глум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великий звершає.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2021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7788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694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томився Спаситель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муки терпів,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беззаконний світ з Бога сміявся.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за нас Він помер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Голгофськім хресті,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за нас Він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муки віддався.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4754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055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61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не відкинь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 любові Христа,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оціни хресний подвиг, страждання.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спасіння прийми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і воскресне душа.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скоріше прийди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покаянням!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2518918" y="3162300"/>
            <a:ext cx="0" cy="2857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79178" y="3162300"/>
            <a:ext cx="0" cy="2857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74428" y="4279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2026-10-01T00:46:52Z</dcterms:created>
  <dcterms:modified xsi:type="dcterms:W3CDTF">2026-10-01T00:46:52Z</dcterms:modified>
</cp:coreProperties>
</file>