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</a:t>
            </a:r>
            <a:endParaRPr lang="en-US" sz="6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217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6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217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звільнив від зла,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6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61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217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</a:t>
            </a: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складіть за всі Його діла.</a:t>
            </a:r>
            <a:endParaRPr lang="en-US" sz="6100" dirty="0"/>
          </a:p>
          <a:p>
            <a:pPr algn="ctr" indent="0" marL="0">
              <a:buNone/>
            </a:pPr>
            <a:endParaRPr lang="en-US" sz="6100" dirty="0"/>
          </a:p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6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2026-09-21T05:26:22Z</dcterms:created>
  <dcterms:modified xsi:type="dcterms:W3CDTF">2026-09-21T05:26:22Z</dcterms:modified>
</cp:coreProperties>
</file>