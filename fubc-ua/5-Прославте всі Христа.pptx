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всі Христа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Прославте всі Христа!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Зійшов Він на престол.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Співають Анголи в красі,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звучить небесний хор.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Співай душа, радій,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Спаситель твій,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Відкупитель всеблагий,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Цар твій назавжди.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Царя віків,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смерть Він переміг!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Людей спасати від гріха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досі сильний Він.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Ісусу честь, хвала,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Він навік живий.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нас простив,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звільнив від зла,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веде у вічний дім!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Славте Царя небес,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єдиного з Отцем!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Святого Духа що в серцях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відкуплених живе!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Народи племена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звеличуйте Царя.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Пошану й честь Йому</a:t>
            </a: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складіть за всі Його діла.</a:t>
            </a:r>
            <a:endParaRPr lang="en-US" sz="5600" dirty="0"/>
          </a:p>
          <a:p>
            <a:pPr algn="ctr" indent="0" marL="0">
              <a:buNone/>
            </a:pPr>
            <a:endParaRPr lang="en-US" sz="5600" dirty="0"/>
          </a:p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2026-09-22T05:30:38Z</dcterms:created>
  <dcterms:modified xsi:type="dcterms:W3CDTF">2026-09-22T05:30:38Z</dcterms:modified>
</cp:coreProperties>
</file>