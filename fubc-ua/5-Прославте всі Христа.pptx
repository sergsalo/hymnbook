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</a:t>
            </a:r>
            <a:endParaRPr lang="en-US" sz="4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Прославте всі Христа!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Зійшов Він на престол.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 Анголи в красі,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звучить небесний хор.</a:t>
            </a:r>
            <a:endParaRPr lang="en-US" sz="4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Співай душа, радій,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Спаситель твій,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Відкупитель всеблагий,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Цар твій назавжди.</a:t>
            </a:r>
            <a:endParaRPr lang="en-US" sz="4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віків,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смерть Він переміг!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Людей спасати від гріха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досі сильний Він.</a:t>
            </a:r>
            <a:endParaRPr lang="en-US" sz="4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Ісусу честь, хвала,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Він навік живий,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нас простив, звільнив від зла,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веде у вічний дім!</a:t>
            </a:r>
            <a:endParaRPr lang="en-US" sz="4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Славте Царя небес,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єдиного з Отцем!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Святого Духа що в серцях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відкуплених живе!</a:t>
            </a:r>
            <a:endParaRPr lang="en-US" sz="4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Народи племена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звеличуйте Царя.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Пошану й честь Йому </a:t>
            </a: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складіть за всі Його діла.</a:t>
            </a:r>
            <a:endParaRPr lang="en-US" sz="4900" dirty="0"/>
          </a:p>
          <a:p>
            <a:pPr algn="ctr" indent="0" marL="0">
              <a:buNone/>
            </a:pPr>
            <a:endParaRPr lang="en-US" sz="4900" dirty="0"/>
          </a:p>
          <a:p>
            <a:pPr algn="ctr"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2026-09-21T04:31:03Z</dcterms:created>
  <dcterms:modified xsi:type="dcterms:W3CDTF">2026-09-21T04:31:03Z</dcterms:modified>
</cp:coreProperties>
</file>