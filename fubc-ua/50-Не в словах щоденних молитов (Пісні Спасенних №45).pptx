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 словах щоденних молитов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 словах щоденних молитов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блаженство для душі знайшов;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найкраще, що є у житті,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маю, мій Ісусе, у Тобі.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 багатстві щастя я шукав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не в марноті життєвих справ,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Слово дивне зрозумів: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вічне джерело моє в Тобі.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Бачиш, як до Тебе в кожну мить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душі моїй любов горить.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стремління знаєш всі мої,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вічне джерело моє в Тобі.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відкрив мені любов Свою,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я з Тобою у раю.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радощів тремтить душа в мені,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вічне джерело моє в Тобі.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для мене є надійний щит,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би проти мене став весь світ.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Силу Ти даєш у боротьбі,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вічне джерело моє в Тобі.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Навкруги лютує ворог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 мене він готує бій.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Перемогу Ти даси мені,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вічне джерело моє в Тобі.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моя опора, мій оплот,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добрий Пастир, люблячий Господь,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блаженство вічне дав мені,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мої джерела у Тобі.</a:t>
            </a:r>
            <a:endParaRPr lang="en-US" sz="49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2026-09-29T16:40:07Z</dcterms:created>
  <dcterms:modified xsi:type="dcterms:W3CDTF">2026-09-29T16:40:07Z</dcterms:modified>
</cp:coreProperties>
</file>