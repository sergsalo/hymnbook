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омиє від провин?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омиє від провин?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ніщо, лиш кров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мене знов оживить?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ніщо, лиш кров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струмок живий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цінний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він змиває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струмок – то кров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що ріднить мене?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ніщо, лиш кров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серцю що дає?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ніщо, лиш кров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струмок живий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цінний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він змиває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струмок – то кров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від зла спасе мій дух?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ніщо, лиш кров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добро моїх заслуг.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ніщо, лиш кров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струмок живий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цінний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він змиває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струмок – то кров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надію, мир дає?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ніщо, лиш кров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до святості веде?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ніщо, лиш кров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струмок живий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цінний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він змиває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струмок – то кров Ісуса!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2026-10-01T00:47:10Z</dcterms:created>
  <dcterms:modified xsi:type="dcterms:W3CDTF">2026-10-01T00:47:10Z</dcterms:modified>
</cp:coreProperties>
</file>