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Ісус вмирав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№497)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Ісус вмирав,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Праведний – за грішних,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мені свободу 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спасіння вічне.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Голгофському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звершив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 це приношу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Йому й хваління!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 молитві каяття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гріхи складає,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 Христова кров свята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очищає.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Голгофському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звершив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 це приношу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Йому й хваління!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Христос мені 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і силу;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змінив життя моє,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тепер щасливий.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Голгофському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звершив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 це приношу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Йому й хваління!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Тим, хто вірить у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страшна могила: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двері їм у небеса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 Христа відкрила.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Голгофському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звершив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 це приношу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Йому й хваління!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2026-10-01T00:47:29Z</dcterms:created>
  <dcterms:modified xsi:type="dcterms:W3CDTF">2026-10-01T00:47:29Z</dcterms:modified>
</cp:coreProperties>
</file>