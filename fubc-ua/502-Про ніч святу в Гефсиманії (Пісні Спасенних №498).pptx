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ніч святу в Гефсиманії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ніч святу в Гефсиманії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я згадав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тяжкі страждання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яких Христос зазнав.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забуду я! Не забуду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 мук Христових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молився у саду,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там переміг.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саду один, тьмою схований,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кривавий піт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сумом тяжким охоплений,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там терпів.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забуду я! Не забуду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 мук Христових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молився у саду,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там переміг.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Зміцнятись буду у правді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сумнів не впаду,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часто серцем згадую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в нічнім саду.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забуду я! Не забуду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 мук Христових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молився у саду,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там переміг.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2026-10-01T00:47:47Z</dcterms:created>
  <dcterms:modified xsi:type="dcterms:W3CDTF">2026-10-01T00:47:47Z</dcterms:modified>
</cp:coreProperties>
</file>