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Згадую знову Голгофу я...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Згадую знову Голгофу я...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«Боже, очисти!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ввись лине мольба.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не хочу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миритись з гріхом,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Ти бачиш біль серця мого».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Згадую знову Голгофу я...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«Боже, очисти!»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ввись лине мольба.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відкриваю свій гріх Тобі: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сумніви, гордість я бачу в собі.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помилок тяжких я зробив,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як мало Тебе я любив!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відкриваю свій гріх Тобі: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сумніви, гордість я бачу в собі.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Згадую муки Твої тяжкі,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зранене тіло і крові струмки.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ж Ти за мене, Ісусе,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спасіння й життя вічне мав.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Згадую муки Твої тяжкі,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зранене тіло і крові струмки.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Твоє серцем чую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«Йди, не гріши і Мені довіряй».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Голгофський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пригадую хрест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всім звіщаю: я духом воскрес!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Твоє серцем чую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«Йди, не гріши і Мені довіряй».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2026-10-01T00:48:05Z</dcterms:created>
  <dcterms:modified xsi:type="dcterms:W3CDTF">2026-10-01T00:48:05Z</dcterms:modified>
</cp:coreProperties>
</file>