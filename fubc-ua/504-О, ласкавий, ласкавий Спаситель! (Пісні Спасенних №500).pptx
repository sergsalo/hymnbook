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ласкавий, ласкавий Спаситель!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№500)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ласкавий, ласкавий Спаситель!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гріхи всіх людей Він вмирав.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 Творцем грішний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примирити,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Відкупителем нашим Він став.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хресті постраждав.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постраждав,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вмирав,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на хресті постраждав.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15819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82277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1337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Грішні Праведника осудили,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Голгофі Христа розпʼяли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одежу Його поділили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немудрі Творця прийняли.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хресті постраждав.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постраждав,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вмирав,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на хресті постраждав.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15819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82277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1337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Погодився на жертву Син Божий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життя на Голгофі віддав,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переміг темні сили ворожі,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вірним Він дав Свою благодать.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хресті постраждав.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постраждав,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вмирав,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на хресті постраждав.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15819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82277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81337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2026-10-01T00:48:24Z</dcterms:created>
  <dcterms:modified xsi:type="dcterms:W3CDTF">2026-10-01T00:48:24Z</dcterms:modified>
</cp:coreProperties>
</file>