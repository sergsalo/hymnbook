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подивлюся в вірі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№501)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подивлюся в вірі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глибину Твоїх страждань,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 плаче знов душа моя,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соромлюсь, що Тебе не знав.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 покорі, Спасе мій,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нас пролив пречисту кров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осуд ворогів терпів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всіх явив Свою любов.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так мені багато дав!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Чим відплачу за все Тобі?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Спасителю, для Тебе в дар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віддаю себе навік.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2026-10-01T00:48:43Z</dcterms:created>
  <dcterms:modified xsi:type="dcterms:W3CDTF">2026-10-01T00:48:43Z</dcterms:modified>
</cp:coreProperties>
</file>