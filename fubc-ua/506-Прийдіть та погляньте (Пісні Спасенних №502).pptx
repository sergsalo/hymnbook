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rows:1,2,2,2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1/2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2/2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Прийдіть та погляньте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№502)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Прийдіть та погляньте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муки й знущання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наш гріх Спаситель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пішов на страждання.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Ось руки і ноги пречисті пробили,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голову з терну вінок положили.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співайте «Алілуя,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алілуя» Господу!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Багато хто знає про муки Христові.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Чому ж їх не цінять,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мають любові?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Відкиньте даремні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свої мудрування,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прийміть щирим серцем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Христа без вагання.</a:t>
            </a:r>
            <a:endParaRPr lang="en-US" sz="5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співайте «Алілуя,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алілуя» Господу!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спраглий душею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спасіння приймає,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того кров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гріхів очищає.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гріх визнає і його залишає,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тому двері раю Сам Бог відчиняє.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співайте «Алілуя,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алілуя» Господу!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наші гріхи ми всі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мали страждати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постраждав,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усіх врятувати.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Віддаймо Спасителю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честь, поклоніння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те, що приніс Він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землю спасіння!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співайте «Алілуя,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алілуя» Господу!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2026-10-01T00:49:02Z</dcterms:created>
  <dcterms:modified xsi:type="dcterms:W3CDTF">2026-10-01T00:49:02Z</dcterms:modified>
</cp:coreProperties>
</file>