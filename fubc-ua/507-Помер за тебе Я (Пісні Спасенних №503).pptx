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 за тебе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«Помер за тебе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тебе Я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звільнивсь від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щасливим став.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Я дав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що ти дав Мені?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небо залишив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славний Свій престол,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 гріховний, злий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спасти прийшов.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все віддав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що ти дав Мені?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 землі прожив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скорботах та журбі,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у небі жив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чертозі золотім.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радість дав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що ти дав Мені?»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життя віддай!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Він – Спаситель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хвалу складай.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Явив тобі любов: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пролив за тебе кров.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2026-10-01T00:49:20Z</dcterms:created>
  <dcterms:modified xsi:type="dcterms:W3CDTF">2026-10-01T00:49:20Z</dcterms:modified>
</cp:coreProperties>
</file>