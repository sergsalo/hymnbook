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Божу ласку звіщайте людям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№504)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Божу ласку звіщайте людям: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із неба Сина Отець послав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гріха кайданів людей звільнити,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кожен в Ньому спасіння мав.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хресті Ісус страждав,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гріхи людей вмирав.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святую кров пролив,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 від смерті відкупив.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Спаситель ніжно до Себе кличе,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ще благодатний сьогодні час,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завтра може вже пізно бути,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Спаситель скаже: «Не знаю вас».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хресті Ісус страждав,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гріхи людей вмирав.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святую кров пролив,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 від смерті відкупив.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Христі Ісусі для всіх спасіння,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на Голгофі його придбав,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звільнити хоче людей від смерті,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вічну радість в Нім кожен мав.</a:t>
            </a:r>
            <a:endParaRPr lang="en-US" sz="5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хресті Ісус страждав,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гріхи людей вмирав.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святую кров пролив,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 від смерті відкупив.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2026-10-01T00:49:40Z</dcterms:created>
  <dcterms:modified xsi:type="dcterms:W3CDTF">2026-10-01T00:49:40Z</dcterms:modified>
</cp:coreProperties>
</file>