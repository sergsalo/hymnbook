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Голгофі, при хресті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№505)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Голгофі, при хресті,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хочу стати знову,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звідти в світ біжить потік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благодать Христова.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хресті, на хресті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честь моя і слава,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спасіння для душі,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блаженство право.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хресті мене знайшла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благодаті сила,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прекрасні небеса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 мені відкрила.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хресті, на хресті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честь моя і слава,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спасіння для душі,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блаженство право.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хресті розпʼятий був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лагідний Син Божий,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мене Він пригорнув,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гріх простив мій кожен.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хресті, на хресті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честь моя і слава,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спасіння для душі,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блаженство право.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тепер покірно жду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вірою живою,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поки в небо увійду,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осель спокою.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хресті, на хресті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честь моя і слава,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спасіння для душі,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блаженство право.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2026-10-01T00:49:59Z</dcterms:created>
  <dcterms:modified xsi:type="dcterms:W3CDTF">2026-10-01T00:49:59Z</dcterms:modified>
</cp:coreProperties>
</file>