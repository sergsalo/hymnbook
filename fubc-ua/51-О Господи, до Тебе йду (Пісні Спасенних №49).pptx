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до Тебе йду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до Тебе 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мою мольбу почуй!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Тебе в світі я впаду,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сил Своїх даруй.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бачиш: наді мною гніт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моїх гріхів тяжких,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зваблює мене цей світ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всіх шляхах моїх.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Скорботи мій терзають дух,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відради не знайти,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 в мене є недуг,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 силі далі йти.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на дорозі в вічний дім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допомагай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будь Наставником моїм,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веди в небесний край.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ж я шлях земний пройду,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горе, сум і жах,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вічний край тоді ввійду,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чудові небеса.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2026-09-29T16:41:13Z</dcterms:created>
  <dcterms:modified xsi:type="dcterms:W3CDTF">2026-09-29T16:41:13Z</dcterms:modified>
</cp:coreProperties>
</file>