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Тобі, Ісусе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Тобі, Ісусе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благодаті дар;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я подвиг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Голгофу нагадай.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борню,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любов Твою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Голгофу нагадай.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 нагадай, де Ти висів,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гріб, де Ти лежав,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ангела, який звістив: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 мертвих Ісус вже встав!»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борню,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любов Твою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Голгофу нагадай.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для Тебе жив всі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віра була тверда,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любовʼю пломенів,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Голгофу нагадай.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борню,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любов Твою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Голгофу нагадай.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хочу по Твоїх слідах,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хрест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мене у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 зустрінув Ти.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Твою борню,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забув любов Твою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Голгофу нагадай.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2026-10-01T00:50:18Z</dcterms:created>
  <dcterms:modified xsi:type="dcterms:W3CDTF">2026-10-01T00:50:18Z</dcterms:modified>
</cp:coreProperties>
</file>