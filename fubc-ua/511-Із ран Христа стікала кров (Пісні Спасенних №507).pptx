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ран Христа стікала кров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ран Христа стікала кров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прийняв Він муки,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явив Свою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прибити давши руки.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жорстоких ворогів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ніс до Отця моління,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ганебну смерть перетерпів,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нам спасіння.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Ідіть, всі грішні, до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перед Ним схиліться,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– щастя повнота,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збагатіться.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й розумом усім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Бога покладайтесь,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– спокій, радість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життя віддайте.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сумнівайтесь в доброті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Отця всього творіння,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шукайте правду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тільки в Нім спасіння.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свята пречиста кров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усякий гріх змиває,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всепрощаюча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грішних закликає.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2026-10-01T00:50:36Z</dcterms:created>
  <dcterms:modified xsi:type="dcterms:W3CDTF">2026-10-01T00:50:36Z</dcterms:modified>
</cp:coreProperties>
</file>