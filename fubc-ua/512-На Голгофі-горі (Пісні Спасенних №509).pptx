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Голгофі-горі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Голгофі-горі – хрест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зневаги, ганьби...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Цю картину не стер часу плин.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співаю про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ньому помер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провини людей Божий Син.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Голгофськім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Ісус, вмер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із мертвих у славі воскрес.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Ним я в покорі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схилюсь, я схилюсь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подякую щиро за все.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Голгофськім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хресті у Ісусі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явилася Божа любов.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пречиста,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пролилась з ран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звільнила від рабських оков.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Голгофськім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Ісус, вмер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із мертвих у славі воскрес.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Ним я в покорі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схилюсь, я схилюсь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подякую щиро за все.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звіщатиму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Ісуса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любов, що явив на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закінчу свій шлях,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перейду в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чудові оселі святі.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Голгофськім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Ісус, вмер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із мертвих у славі воскрес.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Ним я в покорі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схилюсь, я схилюсь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подякую щиро за все.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2026-10-01T00:50:56Z</dcterms:created>
  <dcterms:modified xsi:type="dcterms:W3CDTF">2026-10-01T00:50:56Z</dcterms:modified>
</cp:coreProperties>
</file>