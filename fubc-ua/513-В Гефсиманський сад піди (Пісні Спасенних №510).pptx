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Гефсиманський сад піди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№510)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Гефсиманський сад піди,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Ісуса подивись,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час важкої боротьби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тузі Він Отцю моливсь.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Слухай стогін, серця біль,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вчись молитись так, як Він.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суд неправедний піди,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подивись, що чинять там: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над Володарем землі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насміхається юрба.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Нього не було провин.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Вчись терпіти так, як Він.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Голгофу підіймись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у муках Божий Син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помирає на хресті.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Ціль страждання зрозумій...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 за тебе Він страждав,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ти в Нім прощення мав.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до гробу поспіши,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глянь: нема Ісуса там,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ворог в соромі біжить,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воскресіння день настав.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воскрес, Він смерть здолав,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шлях спасіння нам вказав.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2026-10-01T00:51:16Z</dcterms:created>
  <dcterms:modified xsi:type="dcterms:W3CDTF">2026-10-01T00:51:16Z</dcterms:modified>
</cp:coreProperties>
</file>