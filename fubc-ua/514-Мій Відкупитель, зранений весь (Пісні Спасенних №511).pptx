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Відкупитель, зранений весь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Відкупитель, зранений весь,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йшов на Голгофу, смирно ніс хрест.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прийняв Він за людський гріх,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спастися в Нім кожен міг.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Відкупитель, мій Відкупитель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Голгофі, за всіх постраждав.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злочинець, Він був розпʼятий,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смертельні за нас прийняв.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«Отче, прости їм!» – чулась мольба,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кров струмками із ран текла.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Син Божий так всіх любив,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життя Він людям хотів.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Відкупитель, мій Відкупитель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Голгофі, за всіх постраждав.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злочинець, Він був розпʼятий,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смертельні за нас прийняв.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любити хочу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Себе Він в жертву віддав.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тут, і в небі Спаса свого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хвалити я знов і знов.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Відкупитель, мій Відкупитель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Голгофі, за всіх постраждав.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Наче злочинець, Він був розпʼятий,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смертельні за нас прийняв.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2026-10-01T00:51:34Z</dcterms:created>
  <dcterms:modified xsi:type="dcterms:W3CDTF">2026-10-01T00:51:34Z</dcterms:modified>
</cp:coreProperties>
</file>