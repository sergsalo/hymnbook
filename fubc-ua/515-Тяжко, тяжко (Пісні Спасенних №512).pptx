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Тяжко, тяжко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Тяжко, тяжко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Божий на хресті страждав.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Смирно, смирно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скорботну чашу випивав.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Шумно, шумно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гомоніли люди під хрестом.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Тихо, тихо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із ран Його текла струмком.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Чути, чути: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«Все звершилось!»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мовив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Нині, нині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усіх спасає Він.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2026-10-01T00:51:54Z</dcterms:created>
  <dcterms:modified xsi:type="dcterms:W3CDTF">2026-10-01T00:51:54Z</dcterms:modified>
</cp:coreProperties>
</file>