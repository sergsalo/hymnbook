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людей від смерті спасти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людей від смерті спасти,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Свою Син Божий пролив.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кожен може знайти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щастя, радість і мир.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у молитві палкій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відкриваю свій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святою обмий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білішим за сніг.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обмий, кровʼю обмий,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святою обмий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білішим за сніг.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нас високу ціну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Ісус заплатив,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взявши всього світу вину,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смерті нас відкупив.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Тебе прошу,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серця зніми всякий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святою обмий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білішим за сніг.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обмий, кровʼю обмий,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святою обмий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білішим за сніг.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всю безодню гріхів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вину свою визнаю.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маю добрих плодів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бачиш Ти всю неміч мою.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струмочок живий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у скорботах усіх,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святою обмий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білішим за сніг.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обмий, кровʼю обмий,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святою обмий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білішим за сніг.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2026-10-01T00:51:59Z</dcterms:created>
  <dcterms:modified xsi:type="dcterms:W3CDTF">2026-10-01T00:51:59Z</dcterms:modified>
</cp:coreProperties>
</file>