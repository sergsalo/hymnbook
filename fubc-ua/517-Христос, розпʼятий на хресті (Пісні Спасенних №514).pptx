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розпʼятий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розпʼятий на хресті,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світ вмирав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повний ласки й доброти,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прощав.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8351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458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1364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вмирав, а світ над Ним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той час глумивсь.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нестерпних муках Божий Син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всіх моливсь.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99109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8987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90427" y="3876548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вічного Отця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не пізнав,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гріхом, жорстокістю серця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 скував.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9804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0005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9911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розпʼятий на хресті,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вмирав;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від загибелі спасти,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смерть прийняв.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899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910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816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2026-10-01T00:52:18Z</dcterms:created>
  <dcterms:modified xsi:type="dcterms:W3CDTF">2026-10-01T00:52:18Z</dcterms:modified>
</cp:coreProperties>
</file>