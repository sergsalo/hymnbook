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Настав день воскресіння!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№515)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Настав день воскресіння!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пісня лине скрізь!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Христос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грішників приніс!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Прийшла Господня Пасха,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чудовий день настав,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явилась Божа ласка: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із мертвих встав.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обмив нас кровʼю,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звільнив від всіх провин,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сповнені любовʼю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Нього ми жили.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 із мертвих,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радість дарував,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порвав кайдани смерті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нам безсмертя дав.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всі уста співають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Христу,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любов зʼєднає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у сімʼю одну.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Воскрес наш Відкупитель,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розвіяв смерті жах,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будем вічно жити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в світлих небесах.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2026-10-01T00:52:38Z</dcterms:created>
  <dcterms:modified xsi:type="dcterms:W3CDTF">2026-10-01T00:52:38Z</dcterms:modified>
</cp:coreProperties>
</file>