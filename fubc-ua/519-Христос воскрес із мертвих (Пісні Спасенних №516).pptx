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||:1-4:||×3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 із мертвих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 із мертвих,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смертю смерть подолав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тим, що у гробах,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дарував.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85342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2754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11814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2026-10-01T00:52:56Z</dcterms:created>
  <dcterms:modified xsi:type="dcterms:W3CDTF">2026-10-01T00:52:56Z</dcterms:modified>
</cp:coreProperties>
</file>