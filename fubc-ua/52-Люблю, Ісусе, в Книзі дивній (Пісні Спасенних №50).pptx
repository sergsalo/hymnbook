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Люблю, Ісусе, в Книзі дивній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Люблю, Ісусе, в Книзі дивній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читати про Твою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вістку радісну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приймати в серце знов.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святий Твій дивний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звіщати змученим усім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світло правди, мир глибокий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нести братам моїм.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йти стежкою Твоєю,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Тобою даний хрест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люблю, утомлений душею,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спочинок у Тобі знайти.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Тебе я, хоч порою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Завіт Твій вічний забував,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люблю, хоч не любовʼю тою,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якою б щиро я бажав.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Тебе, бо Ти на ділі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мене, творіння, полюбив,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 світі був в людському тілі,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від смерті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Ти – Любов святая,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як перед світилом 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лучини світло тьмяно сяє,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така мала любов моя.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Ти, Боже, не погасиш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маленьку іскорку мою,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вогонь із неї знов розпалиш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побачать всі любов Твою.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Тебе я, бо не можу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відповісти на любов.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живи в мені, мій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укріпляй мою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2026-09-29T16:41:23Z</dcterms:created>
  <dcterms:modified xsi:type="dcterms:W3CDTF">2026-09-29T16:41:23Z</dcterms:modified>
</cp:coreProperties>
</file>