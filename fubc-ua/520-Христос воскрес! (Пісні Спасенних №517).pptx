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злочинців руки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древі розпʼяли,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нестерпні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гріхом ми завдали.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лилася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ран святих й чола,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звершилось все, Йому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нам!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Кінець журбі й сльозам!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смертю подолав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спасіння вічне дав.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Ариматеї Йосип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Пилата ублагав,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хреста щоб тіло зняти,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зняв, і поховав.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 була сторожа,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сонце лиш зійшло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вже в гробі не було.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нам!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Кінець журбі й сльозам!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смертю подолав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спасіння вічне дав.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подругами рано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Марія в сад прийшла,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тіла там неждано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вже не знайшла.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Явився ангел з неба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радісно сказав: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«Ісус Христос із мертвих встав!»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нам!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Кінець журбі й сльозам!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смертю подолав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спасіння вічне дав.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Схвильована Марія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стримує ридань,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 ось живий Месія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їй враз зʼявився Сам.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«Учителю!» – сказала,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упавши перед Ним;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про чудо сповістила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нам!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Кінець журбі й сльозам!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смертю подолав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спасіння вічне дав.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2026-10-01T00:53:17Z</dcterms:created>
  <dcterms:modified xsi:type="dcterms:W3CDTF">2026-10-01T00:53:17Z</dcterms:modified>
</cp:coreProperties>
</file>