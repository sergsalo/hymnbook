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Зарожевів вже схід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Зарожевів вже схід небес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Спаситель наш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Гріха пітьму Він розігнав,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всім подарував.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гробі наш Христос лежав,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третій день Він з мертвих встав,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смерть не втримала Його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Царя царів, Творця всього.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навіки переміг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злі темні сили, смерть і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Тягар вини із тих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благодать Його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гробі наш Христос лежав,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третій день Він з мертвих встав,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смерть не втримала Його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Царя царів, Творця всього.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 нас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з Богом примирив.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береже у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веде у вічне Царство нас.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за дивну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вічно прославлять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святими в радісних піснях!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2026-10-01T00:53:36Z</dcterms:created>
  <dcterms:modified xsi:type="dcterms:W3CDTF">2026-10-01T00:53:36Z</dcterms:modified>
</cp:coreProperties>
</file>