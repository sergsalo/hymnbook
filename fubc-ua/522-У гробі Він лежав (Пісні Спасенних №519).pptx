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гробі Він лежав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№519)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гробі Він лежав,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Спаситель,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дня слави дожидав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Господь.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Третього дня з гробу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встав, з гробу встав,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пекельні сили подолав, подолав.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воскрес, і нам спасіння дарував,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 Царство вічне вірним доступ дав.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воскрес! Він воскрес!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Він воскрес!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Даремно стерегли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гробі Ісуса: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ворогів розбив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Господь.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Третього дня з гробу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встав, з гробу встав,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пекельні сили подолав, подолав.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воскрес, і нам спасіння дарував,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 Царство вічне вірним доступ дав.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воскрес! Він воскрес!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Він воскрес!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Смерть наш Христос здолав,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гробу встав Він,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пута гріха порвав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Господь.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Третього дня з гробу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встав, з гробу встав,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пекельні сили подолав, подолав.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воскрес, і нам спасіння дарував,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 Царство вічне вірним доступ дав.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воскрес! Він воскрес!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Він воскрес!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2026-10-01T00:53:54Z</dcterms:created>
  <dcterms:modified xsi:type="dcterms:W3CDTF">2026-10-01T00:53:54Z</dcterms:modified>
</cp:coreProperties>
</file>