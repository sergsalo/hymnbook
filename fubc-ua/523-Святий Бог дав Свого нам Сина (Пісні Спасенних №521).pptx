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Святий Бог дав Свого нам Сина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№521)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Святий Бог дав Свого нам Сина.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хресті за всіх помер,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хоч лежав Він у могилі,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порожнє місце свідчить,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Ісус воскрес!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Він живий, я надію маю!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Він живий, Спаситель мій.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знаю я: мене Він любить,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живу для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Нього, бо Ісус живий.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Хоча у цім житті страждаю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томиться моє,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Ісус допомагає,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буду жити вічно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Ним, бо Він воскрес.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Він живий, я надію маю!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Він живий, Спаситель мій.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знаю я: мене Він любить,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живу для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Нього, бо Ісус живий.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прийде час –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скінчиться,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життєва боротьба мине.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введе в святу Вітчизну,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побачу в небі,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Ісус воскрес!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Він живий, я надію маю!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Він живий, Спаситель мій.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знаю я: мене Він любить,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живу для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Нього, бо Ісус живий.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2026-10-01T00:54:13Z</dcterms:created>
  <dcterms:modified xsi:type="dcterms:W3CDTF">2026-10-01T00:54:13Z</dcterms:modified>
</cp:coreProperties>
</file>