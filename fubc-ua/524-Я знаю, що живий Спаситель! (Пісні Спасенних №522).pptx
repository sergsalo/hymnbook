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живий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живий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звучить хвала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Господь і Вседержитель,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з Ним навіки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Звершилось чудо,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всі хвалу Йому несуть.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життя дарує людям,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руках – і влада, й суд.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Він помер за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гріхи мої простив.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Христова жертва не даремна,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 життя мене збудив.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Звершилось чудо,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всі хвалу Йому несуть.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життя дарує людям,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руках – і влада, й суд.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знаю: вірне Боже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звершить Бог те, що обіцяв.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Настане скоро мить чудова: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введе у дім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Звершилось чудо,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всі хвалу Йому несуть.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життя дарує людям,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руках – і влада, й суд.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2026-10-01T00:54:32Z</dcterms:created>
  <dcterms:modified xsi:type="dcterms:W3CDTF">2026-10-01T00:54:32Z</dcterms:modified>
</cp:coreProperties>
</file>