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Обвитий в чисту плащаницю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Обвитий в чисту плащаницю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 Божий, знятий із хреста,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лежав, похований в гробниці,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закривала вхід плита.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Злоба не стихла і тривога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тих, хто на смерть Христа віддав,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до гробу із перестороги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була прикладена печать.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Минула ніч. До гробу рано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зажурені жінки спішать,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там в одежі білій, славній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світлих ангели сидять.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Прийшли жінки сюди з любовʼю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не чекаючи чудес,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почули втіхи дивне слово,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 мертвих вже Христос воскрес!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Печать відпала від гробниці,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землі лежить плита,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гробі тільки плащаниця,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там Господа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радістю жінки обняті,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йдуть до апостолів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благовістити, що Розпʼятий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цей ранок в славі з гробу встав!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2026-10-01T00:54:50Z</dcterms:created>
  <dcterms:modified xsi:type="dcterms:W3CDTF">2026-10-01T00:54:50Z</dcterms:modified>
</cp:coreProperties>
</file>