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Ідіть, розкажіть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любим учням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№524)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Ідіть, розкажіть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любим учням Христа: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устав Він із гробу, нема Спаса там.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Небесний Учитель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них прийде знов,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поверне їм радість,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явить любов.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Скажіть, що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мертвих воскрес,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людям скажіть,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Син Божий воскрес!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Несіть дивну вістку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скорботним серцям,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втіха велика їм є від Отця.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Тим, хто в покаянні до Нього іде,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небесне блаженство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дає.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Скажіть, що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мертвих воскрес,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людям скажіть,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Син Божий воскрес!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Усім засвідкуйте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милість Христа,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відкупив нас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дав нам життя.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Своїм воскресінням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оправдав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славу безсмертя оправданим дав.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Скажіть, що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мертвих воскрес,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людям скажіть,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Син Божий воскрес!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нас на хресті Божий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стражданням Своїм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спасіння придбав.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Воскрес, і вознісся, і знову гряде,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вічні оселі Своїх забере.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Скажіть, що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мертвих воскрес,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людям скажіть,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Син Божий воскрес!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2026-10-01T00:55:09Z</dcterms:created>
  <dcterms:modified xsi:type="dcterms:W3CDTF">2026-10-01T00:55:09Z</dcterms:modified>
</cp:coreProperties>
</file>