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Творця святих чудес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Творця святих чудес,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всі сердечним співом!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 всі, звершилось диво: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Хвала! Хвала! Христос воскрес!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Щасливе серце в грудях бʼється.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усюди пісня ллється: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всьому світу до небес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Творцеві щира ллється.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воскресіння вість несеться: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Христос воскрес!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Спасителю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приносим славу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подяку, честь і поклоніння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віки вічнії!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2026-10-01T00:55:28Z</dcterms:created>
  <dcterms:modified xsi:type="dcterms:W3CDTF">2026-10-01T00:55:28Z</dcterms:modified>
</cp:coreProperties>
</file>