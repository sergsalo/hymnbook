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пісню бажаю співати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пісню бажаю співати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Христу, що за мене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завжди Того величати,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кров на хресті проливав.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Полинь, моя пісне, від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Христа прославляй!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моя радісно рветься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омріяний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цю пісню співаю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Ісусу, що з мертвих воскрес,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сердечну подяку складаю,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вона до небес.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Полинь, моя пісне, від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Христа прославляй!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моя радісно рветься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омріяний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радісну пісню співаю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вічне щасливе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пісня хай всюди лунає,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воскреслого славить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Полинь, моя пісне, від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Христа прославляй!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моя радісно рветься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омріяний край.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2026-10-01T00:55:46Z</dcterms:created>
  <dcterms:modified xsi:type="dcterms:W3CDTF">2026-10-01T00:55:46Z</dcterms:modified>
</cp:coreProperties>
</file>