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Звершилось чудо воскресіння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№527)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Звершилось чудо воскресіння,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мертві, стали вартові, вартові.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розбив кайдани тління,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мертвих Він воскрес навік,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відчинив ворота раю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смерть і пекло переміг.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у Ньому вічне маєм,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Він приніс для всіх.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«Христос воскрес!»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кругом лунає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наших селах і містах, і містах.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Усіх народів досягає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 вістка радісна, свята.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воскрес! В Його любові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наші душі ожили,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лунає всюди Боже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всі до Господа прийшли.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Христос ціною крові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всіх гріхів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відкупив, відкупив,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Своєю вічною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Небесне Царство нам відкрив.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всі благоговійно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віддаймо славу й честь,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співаймо радісно хваління: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воістину воскрес!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2026-10-01T00:56:05Z</dcterms:created>
  <dcterms:modified xsi:type="dcterms:W3CDTF">2026-10-01T00:56:05Z</dcterms:modified>
</cp:coreProperties>
</file>