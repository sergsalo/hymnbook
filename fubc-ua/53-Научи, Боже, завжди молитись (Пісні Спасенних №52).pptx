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Научи, Боже, завжди молитись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Научи, Боже, завжди молитись,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зберігати Завіт Твій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научи гордим серцем смиритись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коритися волі Твоїй,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коритися волі Твоїй.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 жив у мені неподільно,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 щоб мене наповняв,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служив я Тобі добровільно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Твоє лиш Імʼя прославляв,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Твоє лиш Імʼя прославляв.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Щоб, Твоєю освячений кровʼю,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чистим серце своє я беріг,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безкорисно, святою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любив завжди ближніх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любив завжди ближніх своїх.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2026-09-29T16:42:02Z</dcterms:created>
  <dcterms:modified xsi:type="dcterms:W3CDTF">2026-09-29T16:42:02Z</dcterms:modified>
</cp:coreProperties>
</file>