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 вічності святий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№528)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 вічності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вмер в муках на хресті,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три скорботні дні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лежав у гробі Він.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Воскрес Він з торжеством,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славі сяє знов,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наш більше не помре!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Несіть цю вістку скрізь,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радіють всі: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живий Христос! Він знов гряде!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Томились у журбі,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апостоли тоді,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Він із гробу встав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радість знов їм дав.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Воскрес Він з торжеством,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славі сяє знов,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наш більше не помре!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Несіть цю вістку скрізь,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радіють всі: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живий Христос! Він знов гряде!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Відкинута плита,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втримав гріб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в краю святім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царює в славі Він.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Воскрес Він з торжеством,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славі сяє знов,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наш більше не помре!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Несіть цю вістку скрізь,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радіють всі: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живий Христос! Він знов гряде!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2026-10-01T00:56:23Z</dcterms:created>
  <dcterms:modified xsi:type="dcterms:W3CDTF">2026-10-01T00:56:23Z</dcterms:modified>
</cp:coreProperties>
</file>