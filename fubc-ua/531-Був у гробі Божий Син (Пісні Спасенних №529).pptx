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||:3-4:||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||:3-4:||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||:3-4:||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 · ||:3-4:||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Був у гробі Божий Син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№529)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Був у гробі Божий Син,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варта тіло стерегла.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третій день піднявся Він,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розірвавши пута зла.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369263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28833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27893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воскрес, і гріб пустий!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Торжествую нині я!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Наш Господь навік живий,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хай радіє вся земля!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527759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70337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769397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Скоро прийде наш Ісус!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Церква славний день той жде,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в святу небес красу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спасенних забере.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143582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4514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53574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небесах із уст святих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залунає гімн хвали.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Смерть Спаситель переміг,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нам бути вічно з Ним.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351102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46994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46054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2026-10-01T00:56:41Z</dcterms:created>
  <dcterms:modified xsi:type="dcterms:W3CDTF">2026-10-01T00:56:41Z</dcterms:modified>
</cp:coreProperties>
</file>