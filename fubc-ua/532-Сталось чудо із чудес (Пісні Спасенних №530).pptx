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Сталось чудо із чудес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Сталось чудо із чудес: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Господь Ісус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нема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щастям сповнені серця.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Божий Син 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святу за нас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помер, але воскрес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пісня до небес.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Гріб сторожа стерегла,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безсилою була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Христос із мертвих встав,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і пекло подолав.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спасіння Він звершив,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із Богом примирив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вознісся в край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слави і чудес.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повірили 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воскресли для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за Ним услід ходім,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введе нас в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 й сестри, всі хваліть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Спаса в цю чудову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святі діла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Йому хвала!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2026-10-01T00:56:59Z</dcterms:created>
  <dcterms:modified xsi:type="dcterms:W3CDTF">2026-10-01T00:56:59Z</dcterms:modified>
</cp:coreProperties>
</file>