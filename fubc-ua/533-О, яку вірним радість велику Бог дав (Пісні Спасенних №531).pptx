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 · rows:2,1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1/1 · rows:2,1,2,1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 · rows:1,2,2,2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1/1 · rows:2,1,2,2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 · rows:1,2,2,2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1/1 · rows:2,1,2,1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 · rows:1,2,2,2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 · 1/1 · rows:2,1,2,1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 · rows:1,2,2,2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О, яку вірним радість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велику Бог дав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(Пісні Спасенних №531)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О, яку вірним радість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велику Бог дав: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пута смерті Христос розірвав!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Силу пекла навік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подолав наш Господь,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відкупив від гріха Свій народ.</a:t>
            </a:r>
            <a:endParaRPr lang="en-US" sz="5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Нім, лиш в Нім, радість в Нім!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Лиш в Ньому життя і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любові уся повнота.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Всі серця хай прославлять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Христа, лиш Христа!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Всі серця хай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прославлять Христа!</a:t>
            </a:r>
            <a:endParaRPr lang="en-US" sz="5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Він спасіння для світу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велично звершив,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вхід у небо всім людям відкрив.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Хай радіють всі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вірні і сили небес: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наш Спаситель із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мертвих воскрес!</a:t>
            </a:r>
            <a:endParaRPr lang="en-US" sz="5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Нім, лиш в Нім, радість в Нім!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Лиш в Ньому життя і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любові уся повнота.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Всі серця хай прославлять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Христа, лиш Христа!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Всі серця хай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прославлять Христа!</a:t>
            </a:r>
            <a:endParaRPr lang="en-US" sz="5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воскресінні Його –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оправдання для всіх,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воскресінням Його стерто гріх.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Воскресінням Христос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подолав силу зла,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хай лунає Йому честь, хвала!</a:t>
            </a:r>
            <a:endParaRPr lang="en-US" sz="5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Нім, лиш в Нім, радість в Нім!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Лиш в Ньому життя і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любові уся повнота.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Всі серця хай прославлять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Христа, лиш Христа!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Всі серця хай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прославлять Христа!</a:t>
            </a:r>
            <a:endParaRPr lang="en-US" sz="5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Хай живе воскресіння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Христове в серцях –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зникнуть сумніви, горе і страх.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Він воскрес, морок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ночі навіки вже щез,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Він воістину в славі воскрес!</a:t>
            </a:r>
            <a:endParaRPr lang="en-US" sz="5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Нім, лиш в Нім, радість в Нім!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Лиш в Ньому життя і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любові уся повнота.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Всі серця хай прославлять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Христа, лиш Христа!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Всі серця хай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прославлять Христа!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4270248" y="6263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2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2026-10-01T00:57:17Z</dcterms:created>
  <dcterms:modified xsi:type="dcterms:W3CDTF">2026-10-01T00:57:17Z</dcterms:modified>
</cp:coreProperties>
</file>