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землі у небо синє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землі у небо синє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 безупинно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спів хваління;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віддав у жертву Сина,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спасти від смерті нас.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Богу, слава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Його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світле воскресіння!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Богу, слава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неба і землі!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вічну сповіщайте: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Син предвічний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полюбив нас, грішних!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Голгофу зір направте,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помер за нас Христос.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Богу, слава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Його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світле воскресіння!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Богу, слава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неба і землі!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 скорбот терпів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вінку терновім,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сповнений любові.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наше оправдання,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спасіння й мир дає.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Богу, слава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Його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світле воскресіння!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Богу, слава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неба і землі!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Розірвав кайдани тління,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 в день третій,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вирвав жало в смерті.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лунає спів хваління: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дає життя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Богу, слава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Його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світле воскресіння!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Богу, слава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неба і землі!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2026-10-01T00:57:35Z</dcterms:created>
  <dcterms:modified xsi:type="dcterms:W3CDTF">2026-10-01T00:57:35Z</dcterms:modified>
</cp:coreProperties>
</file>