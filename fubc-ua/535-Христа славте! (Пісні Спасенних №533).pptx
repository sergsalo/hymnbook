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rows:1,1,2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славте!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славте! Він наш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воскреслий Спаситель!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Прославляйте Божу любов святу.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Спаса славте, славте, усі Божі діти,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віддайте ви за любов Йому.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Ніби діток, нас Він безмірно любить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тримає всіх у руках Своїх.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В Бозі радійте, всі вірні,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Спаситель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мертвих навік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славте! Він наш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воскреслий Спаситель!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розпʼятий був за нас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невинно мусив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 терпіти,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людей всіх Він на Собі поніс.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тільки наше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й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 Господа, всі святі.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В Бозі радійте, всі вірні,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Спаситель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мертвих навік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славте! Він наш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воскреслий Спаситель!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«Алілуя!» – дивний лунає спів;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Спаситель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славі царює повіки,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Цар, Пророк і Первосвященик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Славу Йому віддайте: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і пекло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Син подолав!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В Бозі радійте, всі вірні,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Спаситель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мертвих навік воскрес!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2026-10-01T00:57:53Z</dcterms:created>
  <dcterms:modified xsi:type="dcterms:W3CDTF">2026-10-01T00:57:53Z</dcterms:modified>
</cp:coreProperties>
</file>