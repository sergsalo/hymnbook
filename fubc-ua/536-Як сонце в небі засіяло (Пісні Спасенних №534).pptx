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сонце в небі засіяло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№534)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сонце в небі засіяло,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Христос, Спаситель наш, воскрес!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Хвилина радісна настала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звершилось чудо із чудес!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 із мертвих!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воскрес, і воскресінням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вірі нас Він оправдав.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Гріхів прощення, і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життя нове нам дарував.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 із мертвих!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Воскресла радісна надія,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душах мир: Христос воскрес!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Віддаймо Господу хваління,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лине спів наш до небес!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 із мертвих!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2026-10-01T00:58:13Z</dcterms:created>
  <dcterms:modified xsi:type="dcterms:W3CDTF">2026-10-01T00:58:13Z</dcterms:modified>
</cp:coreProperties>
</file>