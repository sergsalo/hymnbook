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 · 1/1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 · 1/1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 · 1/1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2 · 1/1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 · 1/1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3 · 1/1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 · 1/1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 домовині Христа не шукай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(Пісні Спасенних №536)</a:t>
            </a:r>
            <a:endParaRPr lang="en-US" sz="5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 домовині Христа не шукай: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там, де мертві, Його вже нема.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Воскресити Його до життя –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 тому воля Отцева була.</a:t>
            </a:r>
            <a:endParaRPr lang="en-US" sz="5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Не шукай, не шукай,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не шукай серед мертвих Христа,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Не шукай, не шукай,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Бог Його воскресив до життя.</a:t>
            </a:r>
            <a:endParaRPr lang="en-US" sz="5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 домовині немає Христа,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Він навік подолав сили зла.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Повернув воскресінням Він рай,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що був втрачений нами всіма.</a:t>
            </a:r>
            <a:endParaRPr lang="en-US" sz="5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Не шукай, не шукай,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не шукай серед мертвих Христа,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Не шукай, не шукай,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Бог Його воскресив до життя.</a:t>
            </a:r>
            <a:endParaRPr lang="en-US" sz="5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 домовині немає Христа,</a:t>
            </a:r>
            <a:endParaRPr lang="en-US" sz="4900" dirty="0"/>
          </a:p>
          <a:p>
            <a:pPr algn="ctr" indent="0" marL="0">
              <a:buNone/>
            </a:pPr>
            <a:r>
              <a:rPr lang="en-US" sz="4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і радіють всі сили небес.</a:t>
            </a:r>
            <a:endParaRPr lang="en-US" sz="4900" dirty="0"/>
          </a:p>
          <a:p>
            <a:pPr algn="ctr" indent="0" marL="0">
              <a:buNone/>
            </a:pPr>
            <a:r>
              <a:rPr lang="en-US" sz="4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Дав нам вічне блаженне життя</a:t>
            </a:r>
            <a:endParaRPr lang="en-US" sz="4900" dirty="0"/>
          </a:p>
          <a:p>
            <a:pPr algn="ctr" indent="0" marL="0">
              <a:buNone/>
            </a:pPr>
            <a:r>
              <a:rPr lang="en-US" sz="4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Той, Хто в славі із мертвих воскрес.</a:t>
            </a:r>
            <a:endParaRPr lang="en-US" sz="4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Не шукай, не шукай,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не шукай серед мертвих Христа,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Не шукай, не шукай,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Бог Його воскресив до життя.</a:t>
            </a:r>
            <a:endParaRPr lang="en-US" sz="5200" dirty="0"/>
          </a:p>
        </p:txBody>
      </p:sp>
      <p:sp>
        <p:nvSpPr>
          <p:cNvPr id="3" name="Text 1"/>
          <p:cNvSpPr txBox="1"/>
          <p:nvPr/>
        </p:nvSpPr>
        <p:spPr>
          <a:xfrm>
            <a:off x="4270248" y="626364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***</a:t>
            </a:r>
            <a:endParaRPr lang="en-US" sz="2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2026-10-01T00:58:33Z</dcterms:created>
  <dcterms:modified xsi:type="dcterms:W3CDTF">2026-10-01T00:58:33Z</dcterms:modified>
</cp:coreProperties>
</file>