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Усюди сповістіть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№537)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Усюди сповістіть,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всім людям розкажіть,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 тільки є душа,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незнаюча Христа.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Спасенні, всі спішіть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вістку всім несіть,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Дух Святий прийшов.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Вже Дух Святий прийшов,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вже Дух Святий прийшов,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Дух істини з небес,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обіцяний Отцем.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Усюди сповістіть,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всім людям розкажіть,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Дух Святий прийшов.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Невірʼя ніч пройшла,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свята зоря зійшла,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міняється життя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селах і в містах: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народ лишає гріх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йде до Божих ніг,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 Дух Святий прийшов.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Вже Дух Святий прийшов,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вже Дух Святий прийшов,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Дух істини з небес,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обіцяний Отцем.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Усюди сповістіть,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всім людям розкажіть,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Дух Святий прийшов.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Любові глибина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відкрита нині нам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розпʼятому Христі,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Який помер за всіх.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Творцеві честь, хвала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всі Його діла,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дар Його святий!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Вже Дух Святий прийшов,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вже Дух Святий прийшов,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Дух істини з небес,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обіцяний Отцем.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Усюди сповістіть,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всім людям розкажіть,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Дух Святий прийшов.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2026-10-01T00:58:52Z</dcterms:created>
  <dcterms:modified xsi:type="dcterms:W3CDTF">2026-10-01T00:58:52Z</dcterms:modified>
</cp:coreProperties>
</file>