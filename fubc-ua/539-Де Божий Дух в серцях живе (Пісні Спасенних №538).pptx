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Божий Дух в серцях живе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№538)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Божий Дух в серцях живе,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щастя, там любов.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Підтримку Він і втіху шле,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дає надію знов.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Божий Дух сповняє нас,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дає нам сил у кожен час,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ми могли святим життям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Ісуса славити щодня.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Божий Дух веде в житті,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єдність, радість, мир.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Благословляє Бог Своїх,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як батько дорогий.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Божий Дух сповняє нас,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дає нам сил у кожен час,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ми могли святим життям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Ісуса славити щодня.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Божий Дух керує всім,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 церкві чи в сімʼї,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благодать в усій красі,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радість кожну мить.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Божий Дух сповняє нас,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дає нам сил у кожен час,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ми могли святим життям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Ісуса славити щодня.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2026-10-01T00:59:11Z</dcterms:created>
  <dcterms:modified xsi:type="dcterms:W3CDTF">2026-10-01T00:59:11Z</dcterms:modified>
</cp:coreProperties>
</file>