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Ой, куди піду ще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Ой, куди піду ще я?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мені знайти спасіння?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 знайшла душа моя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для свого сумління?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по світі я ходив,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радості шукало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щастям світ не збагатив,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сумно, скорбно стало.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людей більш не піду,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правди, щастя в них шукати.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до Тебе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Тобі перебувати.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у Тебе одного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душі знайду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час горя і скорбот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потішиш неодмінно.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прийми, прийми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милістю багатий!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гріховне все мине,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життя нове почати.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2026-09-29T16:42:33Z</dcterms:created>
  <dcterms:modified xsi:type="dcterms:W3CDTF">2026-09-29T16:42:33Z</dcterms:modified>
</cp:coreProperties>
</file>