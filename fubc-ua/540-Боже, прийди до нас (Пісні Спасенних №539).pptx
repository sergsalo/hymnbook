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прийди до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прийди до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просим Тебе в цей час: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милість яви.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Отче праведний,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гідно прославлений,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освіти земний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святим.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Ісусе наш,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нашу просьбу зваж,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Свій даруй.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Молим: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вірі нас укріпи,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благами ороси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нами будь.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Предвічний Дух,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нас, Своїх вірних слуг,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правді навчи.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чути голос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волю святу відкрий,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свій шлях земний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 пройшли.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Триєдиний Бог!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земних тривог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проведи,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Свою являй,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Твій мир вселяй,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нас направляй,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край Свій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2026-10-01T00:59:30Z</dcterms:created>
  <dcterms:modified xsi:type="dcterms:W3CDTF">2026-10-01T00:59:30Z</dcterms:modified>
</cp:coreProperties>
</file>