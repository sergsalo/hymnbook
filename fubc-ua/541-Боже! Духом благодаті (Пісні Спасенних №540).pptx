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Боже! Духом благодаті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№540)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Боже! Духом благодаті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наповняй сьогодні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прославивсь Розіпʼятий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співах наших і в ділах.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усюди пісня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щира, радісна,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славили від серця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спільно Господа Христа!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ми ставим «Евен-Єзер»,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донині нас беріг,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шляху в святі оселі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у труднощах поміг.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блукали в цьому світі,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нас, грішних, відшукав,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осіяв небесним світлом,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простив і оправдав.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не заблукати,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бережи дітей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підкріпляй нас благодаттю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веди до цілі всіх.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Провідник наш, Дух Предвічний,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постійно наповняй,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сили йти покірно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Тобою в вічний край.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2026-10-01T00:59:49Z</dcterms:created>
  <dcterms:modified xsi:type="dcterms:W3CDTF">2026-10-01T00:59:49Z</dcterms:modified>
</cp:coreProperties>
</file>