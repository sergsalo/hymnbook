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друже! Вчуй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№541)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друже! Вчуй: нині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приємний ще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простити провини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може враз.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будь же байдужий,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покайся скоріш,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візьметься скоро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Божий з землі.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закликає усіх до Отця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Духом сповняє покірні серця.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Вчуй голос Ісуса, до Нього 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Учителя Духа ти не засмути.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Бога блукаєш в долині земній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тратиш безцільно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в марноті.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серце для Бога,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друже, відкрий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володарем в ньому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стане Святий!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2026-10-01T01:00:07Z</dcterms:created>
  <dcterms:modified xsi:type="dcterms:W3CDTF">2026-10-01T01:00:07Z</dcterms:modified>
</cp:coreProperties>
</file>