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Вождь наш вірний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№542)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Вождь наш вірний – Дух Святий.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близький завжди до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дім провадить неземний,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утішає кожен час.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Чуєм заклик ми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покоряємось йому,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каже Дух нам: «О, прийдіть!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додому поведу».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Святий – незмінний Друг,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Собою нас веде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Господніх вірних слуг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спокусах береже.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стомились ми 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як терпимо біду,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чуєм ніжне: «О, прийдіть!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додому поведу».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закінчиться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залишимо труди,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в прекрасне майбуття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 покличе Дух Святий.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відчуємо тоді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в серці неземну,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скаже Він нам: «О, прийдіть!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до дому доведу».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2026-10-01T01:00:28Z</dcterms:created>
  <dcterms:modified xsi:type="dcterms:W3CDTF">2026-10-01T01:00:28Z</dcterms:modified>
</cp:coreProperties>
</file>