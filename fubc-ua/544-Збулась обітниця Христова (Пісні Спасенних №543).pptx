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Збулась обітниця Христова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Збулась обітниця Христова: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апостолів наповнив Дух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Церкви почалась будова,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камінчики в якій і я, і 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Радіймо щиро, любі браття,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нас провадить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Він в труді дає завзяття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утішає у скорботні дні.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Свою одвічну таємницю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відкрити в Церкві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благоволив,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Святий, як будівничий,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наші зʼєднує ряди.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Радіймо щиро, любі браття,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нас провадить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Він в труді дає завзяття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утішає у скорботні дні.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буде радість нескінченна,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настане довгожданий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славний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Христову Церкву, Наречену,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Дух Святий у небо приведе.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Радіймо щиро, любі браття,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нас провадить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Він в труді дає завзяття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утішає у скорботні дні.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2026-10-01T01:00:47Z</dcterms:created>
  <dcterms:modified xsi:type="dcterms:W3CDTF">2026-10-01T01:00:47Z</dcterms:modified>
</cp:coreProperties>
</file>