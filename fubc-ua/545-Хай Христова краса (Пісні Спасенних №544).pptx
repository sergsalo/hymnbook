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Христова краса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Христова краса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чистота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видна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земне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Божий,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обнови,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Спасителя образ сіяв в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 мені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побачать Христа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 Його чистоту і любов святу.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хай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труда надихне,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побачать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 Христа красу.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повсякчас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живе в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проявляє Свою 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Христа я 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плід приносив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вечерю зі мною Він розділив.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співає душа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торжеством хвалу,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прославляє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 святу.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великі діла і за всі чудеса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вічно я славити Господа.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2026-10-01T01:01:06Z</dcterms:created>
  <dcterms:modified xsi:type="dcterms:W3CDTF">2026-10-01T01:01:06Z</dcterms:modified>
</cp:coreProperties>
</file>