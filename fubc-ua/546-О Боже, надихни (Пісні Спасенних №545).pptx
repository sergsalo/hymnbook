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надихни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№545)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надихни,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подвиги веди.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завжди голос Твій звучить,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вірі нас кріпить.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Земних нас з висоти,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висоти наповни,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Святий, Дух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могли звістити всім: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– у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труд нас надихни,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ділах благослови,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світі світлом ми були,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всім несли.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Земних нас з висоти,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висоти наповни,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Святий, Дух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могли звістити всім: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– у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нас міць Свою яви,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постійно в нас живи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 небесної мети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Своїм веди.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Земних нас з висоти,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висоти наповни,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Святий, Дух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могли звістити всім: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– у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2026-10-01T01:01:25Z</dcterms:created>
  <dcterms:modified xsi:type="dcterms:W3CDTF">2026-10-01T01:01:25Z</dcterms:modified>
</cp:coreProperties>
</file>