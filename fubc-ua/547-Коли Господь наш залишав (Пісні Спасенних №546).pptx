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наш залишав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Господь наш залишав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апостолів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Святого Духа обіцяв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послати їм.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нам Святого Духа 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 наш Отець,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те, що нам Христос сказав,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сповняли все.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добре, що в серцях 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вклав Духом в нас Господь,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що до святості веде,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дар Його.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Побудження святе в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чуємо не раз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голос Духа в ній звучить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учить нас.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нас Предвічний Дух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наповнює й 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серці храм зробив Собі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 живе.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2026-10-01T01:01:45Z</dcterms:created>
  <dcterms:modified xsi:type="dcterms:W3CDTF">2026-10-01T01:01:45Z</dcterms:modified>
</cp:coreProperties>
</file>