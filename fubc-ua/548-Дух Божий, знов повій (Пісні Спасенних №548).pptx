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Божий, знов повій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№548)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Божий, знов повій,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жду з неба благ святих,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слухати хочу голос Твій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жити, як велиш.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Божий, знов повій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очищай,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торкалася гріхів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оновлена душа.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Божий, знов повій,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у світі цім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грішних до Голгофи вів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горів вогнем Твоїм.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Божий, знов повій,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вірі я зростав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путі своїй земній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лиш прославляв.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2026-10-01T01:02:04Z</dcterms:created>
  <dcterms:modified xsi:type="dcterms:W3CDTF">2026-10-01T01:02:04Z</dcterms:modified>
</cp:coreProperties>
</file>