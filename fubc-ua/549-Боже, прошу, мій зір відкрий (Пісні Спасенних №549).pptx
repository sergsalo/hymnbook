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прошу, мій зір відкрий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№549)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прошу, мій зір відкрий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бачити більш Твою красу,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потяг серця в край святий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крізь знегоди пронесу.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трепетом жду і вірю 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мене світлом будеш 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дасть зір очам любов Твоя,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Дух Святий!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прошу, мій слух відкрий,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чув я всі Твої слова.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Вірю, що Твій Завіт святий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спрагненим всім вода жива.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трепетом жду: мене сповняй,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серці моєму будь завжди,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слух до Слова відкривай,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Дух Святий!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мої уста відкрий,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 скрізь правду сповіщав,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підкріпляй постійно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лиш Тебе я прославляв.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трепетом жду: мене візьми,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шляхом вузьким вперед веди,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 мною будь, в мені живи,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Дух Святий!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2026-10-01T01:02:22Z</dcterms:created>
  <dcterms:modified xsi:type="dcterms:W3CDTF">2026-10-01T01:02:22Z</dcterms:modified>
</cp:coreProperties>
</file>