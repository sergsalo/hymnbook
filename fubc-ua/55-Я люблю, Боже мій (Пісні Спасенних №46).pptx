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люблю, Боже мій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№46)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люблю, Боже мій, 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щирим серцем Тебе,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не раз слабне віра моя.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Дух постійно борню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із гріхами веде,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втомилась до краю душа.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Мало, мало сил!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 мій, я молю: 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мене підкріпи,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вся надія моя – тільки Ти.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в серці священний 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вогонь розпали,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горить в нім до ближніх любов.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Бути вірним і сильним 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мені поможи,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з вузького шляху не зійшов.</a:t>
            </a:r>
            <a:endParaRPr lang="en-US" sz="5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Мало, мало сил!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 мій, я молю: 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мене підкріпи,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вся надія моя – тільки Ти.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лукавий не раз 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спокушає мене,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хоче душу мою він звести,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я вірю: Ти, Боже, 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збережеш,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допоможеш до цілі дійти.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Мало, мало сил!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 мій, я молю: 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мене підкріпи,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вся надія моя – тільки Ти.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Знаю: скоро Ти прийдеш 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судити цей світ,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світ гріховний, порочний і злий.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Поможи не порушити 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Твій Заповіт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ввійти в Твій чертог золотий.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Мало, мало сил!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 мій, я молю: 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мене підкріпи,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вся надія моя – тільки Ти.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2026-09-29T16:47:42Z</dcterms:created>
  <dcterms:modified xsi:type="dcterms:W3CDTF">2026-09-29T16:47:42Z</dcterms:modified>
</cp:coreProperties>
</file>