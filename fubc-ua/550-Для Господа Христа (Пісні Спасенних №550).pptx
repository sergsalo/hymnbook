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працюй,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роби добра,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часу не марнуй,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життя своє земне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присвяти,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 звершай для Нього.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невблаганно дні летять,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повернути їх назад,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сійте,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пломенійте,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йдіть на ниву Божу!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Вчися цінити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марно час не гай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шляху земнім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ближнім помагай,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життя своє земне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присвяти,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 звершай для Нього.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невблаганно дні летять,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повернути їх назад,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сійте,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пломенійте,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йдіть на ниву Божу!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Ревно завжди звершай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 для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Його благай,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Він силу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життя своє земне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присвяти,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 звершай для Нього.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невблаганно дні летять,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повернути їх назад,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сійте,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пломенійте,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йдіть на ниву Божу!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2026-10-01T01:02:48Z</dcterms:created>
  <dcterms:modified xsi:type="dcterms:W3CDTF">2026-10-01T01:02:48Z</dcterms:modified>
</cp:coreProperties>
</file>