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праці спішім!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праці спішім!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Господь кличе Сам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спасіння нести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гине в гріхах.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нас в труді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раз підкріпляв,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віру, силу й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обновляв.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на труд поспішім,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благу понесім.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Уповай і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скоро наш Господь гряде!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праці спішім!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голодним дамо,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вкажем спраглим серцям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води джерело.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Сповіщаймо відкуплення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грішним усім,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його Бог дає нам в Ісусі Христі.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на труд поспішім,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благу понесім.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Уповай і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скоро наш Господь гряде!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праці спішім,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багато є справ.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Влада зла хай впаде,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добра день настав!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Господнє 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славиться в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достойний хвали: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смерті нас спас!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на труд поспішім,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благу понесім.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Уповай і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скоро наш Господь гряде!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праці спішім!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велить нам Отець;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закінчимо труд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Він дарує вінець.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тоді заспіваєм чудовий псалом: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 спасенні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Ісусом Христом!»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на труд поспішім,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благу понесім.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Уповай і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скоро наш Господь гряде!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2026-10-01T01:05:49Z</dcterms:created>
  <dcterms:modified xsi:type="dcterms:W3CDTF">2026-10-01T01:05:49Z</dcterms:modified>
</cp:coreProperties>
</file>