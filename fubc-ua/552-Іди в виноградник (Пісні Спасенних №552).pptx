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жду тебе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у ньому є справа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зробити багато всього треба ще,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працюючих мало,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час швидко йде.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треба копати, полоти бурʼян,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праця сумлінна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потрібна твоя;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холоду треба лозу берегти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пильно постійно її стерегти.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виноградник, робота там 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закликаю на діло святе.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вже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відкупив Я, навіки ти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час твій,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розум, і сили твої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присвяти на служіння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небі Я царський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престол залишив,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муках тяжких кров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невинну пролив.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 твій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Я, щоб дати спасіння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виноградник, робота там 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закликаю на діло святе.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день не пройшов,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темряви, 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іще не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сонце на захід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схилилось, спіши!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Мій виноградник іди і роби.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Працюй від зорі до зорі, і Я Сам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поруч буду і сили подам.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Блажен, хто, почувши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голос, не жде,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 Мій виноградник до праці іде.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 виноградник, робота там 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Іди,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закликаю на діло святе.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2026-10-01T01:06:07Z</dcterms:created>
  <dcterms:modified xsi:type="dcterms:W3CDTF">2026-10-01T01:06:07Z</dcterms:modified>
</cp:coreProperties>
</file>