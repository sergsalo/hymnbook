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Шукайте, будіте і кличте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Шукайте, будіте і кличте,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час вже останній летить,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душах холодних розбийте,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розплавте байдужості лід.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6586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223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3129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сил вам духовних бажаєм,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моря безмежний розлив,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тих, що без Бога блукають,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з любовʼю вели.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29310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68786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60226" y="3876548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скоро за Церквою прийде,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світ у гріхах досі спить.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Шукайте, будіте і кличте,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час вже останній летить!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5765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4044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3950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2026-10-01T01:06:29Z</dcterms:created>
  <dcterms:modified xsi:type="dcterms:W3CDTF">2026-10-01T01:06:29Z</dcterms:modified>
</cp:coreProperties>
</file>