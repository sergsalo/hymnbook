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страждаючих наших братів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страждаючих наших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братів, для братів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не час присвятити життя, життя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гріховних тяжких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ланцюгів, ланцюгів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покликати в Царство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Христа?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людей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дай покладати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скоріш з рабства тьми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навернулись вони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Христа,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нерівній з гріхом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боротьбі, боротьбі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обезсилені гинуть вони, вони.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ж їм поміч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подасть у біді, у біді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потішить в безрадісні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дні, в ці дні?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людей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дай покладати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скоріш з рабства тьми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навернулись вони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Христа,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проводьмо безцільно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це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до праці ставати усім, усім,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проявім до людей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співчуття, співчуття,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спасіння по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світу несім, несім.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людей в світі цім,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дай покладати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життя,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скоріш з рабства тьми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навернулись вони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Христа,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2026-10-01T01:06:49Z</dcterms:created>
  <dcterms:modified xsi:type="dcterms:W3CDTF">2026-10-01T01:06:49Z</dcterms:modified>
</cp:coreProperties>
</file>