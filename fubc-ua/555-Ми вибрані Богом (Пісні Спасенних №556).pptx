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вибрані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вибрані Богом на діло спасіння,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вістку Христову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світу нести,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безмежно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Боже творіння,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людей, що блукають,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вести.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слуги Христові,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Господар Він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працю важливу Бог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Виконуймо щиро Господній наказ,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Царство Христос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вибрані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 скрізь творити,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нещасним в недолі,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біді помогти,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Боже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вістити,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неволі до щастя усіх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слуги Христові,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Господар Він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працю важливу Бог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Виконуймо щиро Господній наказ,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Царство Христос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вибрані Богом,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Слово Христове,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добре зерно,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розсівати кругом,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Божої праці були щоб готові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скрізь розливали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Христове тепло.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слуги Христові,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Господар Він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працю важливу Бог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Виконуймо щиро Господній наказ,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Царство Христос обіцяв.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2026-10-01T01:07:11Z</dcterms:created>
  <dcterms:modified xsi:type="dcterms:W3CDTF">2026-10-01T01:07:11Z</dcterms:modified>
</cp:coreProperties>
</file>