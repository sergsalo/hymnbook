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хотів би я без плоду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№557)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хотів би я без плоду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край прийти,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хоч одну до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хотів би привести.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хотів би я без плоду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край прийти,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хоч одну до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хотів би привести.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життя від Бога маю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вже смерті не боюсь,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 завжди себе питаю: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«З чим я перед Ним явлюсь?»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хотів би я без плоду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край прийти,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хоч одну до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хотів би привести.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якби літа минулі,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даремно я прожив,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знов до мене повернулись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б лиш Господу служив.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хотів би я без плоду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край прийти,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хоч одну до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хотів би привести.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працюйте, Божі діти,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подивіться: вже смерка,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всіх, хто гине в грішнім світі,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закликайте до Христа.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хотів би я без плоду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небесний край прийти,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душу хоч одну до Бога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хотів би привести.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2026-10-01T01:07:31Z</dcterms:created>
  <dcterms:modified xsi:type="dcterms:W3CDTF">2026-10-01T01:07:31Z</dcterms:modified>
</cp:coreProperties>
</file>