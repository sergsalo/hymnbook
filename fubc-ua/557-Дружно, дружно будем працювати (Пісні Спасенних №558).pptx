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Дружно, дружно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працювати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Дружно, дружно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працювати,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на труд із радістю ідем!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здійснити те,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Бог призначив,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старань багато докладем.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винограднику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Сміло, сміло про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розкажем,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любов Його до грішних нас.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дасть успіх у починах наших,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 потрібних для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служіння дасть.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винограднику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Підем всі услід за Ним покірно,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терпеливо хрест наш понесем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людей, які в гріхах донині,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Христа Ісуса приведем.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радістю в серцях.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Будем трудитись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винограднику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2026-10-01T01:07:53Z</dcterms:created>
  <dcterms:modified xsi:type="dcterms:W3CDTF">2026-10-01T01:07:53Z</dcterms:modified>
</cp:coreProperties>
</file>