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Свій маяк Господь всесильний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№560)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Свій маяк Господь всесильний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ясним світлом засвітив,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же Він вогонь цей дивний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зберігати доручив.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же світло правди сяє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людей, що в світі цім,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обездолених, нещасних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направляє в вічний дім.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Ніч гріха... Жорстокі хвилі...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Буря стогне і реве...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Мореплавець терпить лихо,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світла з берега він жде.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же світло правди сяє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людей, що в світі цім,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обездолених, нещасних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направляє в вічний дім.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Поправляй світильник, брате,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щоби той, хто в темноті,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міг те світло розпізнати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спастися у Христі.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же світло правди сяє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людей, що в світі цім,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обездолених, нещасних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направляє в вічний дім.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2026-10-01T01:08:12Z</dcterms:created>
  <dcterms:modified xsi:type="dcterms:W3CDTF">2026-10-01T01:08:12Z</dcterms:modified>
</cp:coreProperties>
</file>