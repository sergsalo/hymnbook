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свої не шкодуй,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подолаєш спокуси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битві за правду святу.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нам приклад любові,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добрим зразком будь і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 для Нього виконуй,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ревно для Нього трудись,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кожній справі дасть успіх;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свідком Його вірним будь,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Він всюди присутній,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твою боротьбу.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Жертвуй собою постійно,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до цілі 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святому служінні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ревно для Нього трудись,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кожній справі дасть успіх;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тільки щастя і мир.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з Богом мав зустріч,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на хресті Божий Син.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віддав Він за грішних,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прагнув нещасних спасти.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Розум, бажання і сили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присвяти для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ревно для Нього трудись,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кожній справі дасть успіх;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лиш Йому присвяти.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2026-10-01T01:08:33Z</dcterms:created>
  <dcterms:modified xsi:type="dcterms:W3CDTF">2026-10-01T01:08:33Z</dcterms:modified>
</cp:coreProperties>
</file>