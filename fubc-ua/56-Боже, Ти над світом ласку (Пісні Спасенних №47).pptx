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Ти над світом ласку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Ти над світом ласку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розливаєш, як дощі,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хоч маленька частка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припаде й мені;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мені, і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припаде й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покинь мене, мій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 Своїх не відніми.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Свою дитину, Отче,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до Себе пригорни;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пригорни, пригорни,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до Себе пригорни.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 й гріха я не цурався,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Тебе я ображав,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нарешті спамʼятався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нове життя почав;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почав, я почав,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нове життя почав.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покинь мене, мій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завжди навчай мене: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чинити все, що гоже,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прославити Тебе;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вчи мене, вчи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прославити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2026-09-29T16:51:29Z</dcterms:created>
  <dcterms:modified xsi:type="dcterms:W3CDTF">2026-09-29T16:51:29Z</dcterms:modified>
</cp:coreProperties>
</file>