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Привіт, молоде покоління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Привіт, молоде покоління Христове,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народжене в бурях,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священній борні!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час останній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стрічає суворо,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зове на останній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рішучий двобій.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3110763" y="3167634"/>
            <a:ext cx="0" cy="280035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7333" y="3167634"/>
            <a:ext cx="0" cy="280035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0678" y="426554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Неправда повстала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стіною стальною,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проти істини люті полки.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Зʼєднайтесь тісніше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між собою,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свого місця в битві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покинь.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8043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1765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1671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Сурміть перемогу!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світло Христове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яскраво горить над руїнами зла;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здіймайте високо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знамено любові,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служінню святому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віддайте життя!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2181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628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753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серця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ваші юні хай будуть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Ісусом поєднані в ритмі однім!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завтра, можливо,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когось і засудить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безжалісний натовп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смерть на хресті.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5038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770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46767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ряди поріділі скоріше ставайте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зміну борцям, 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лякайтесь хреста!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Квітуйте, зростайте,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плід дати старайтесь,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палкі, незборимі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нащадки Христа!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7434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375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2281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2026-10-01T01:08:52Z</dcterms:created>
  <dcterms:modified xsi:type="dcterms:W3CDTF">2026-10-01T01:08:52Z</dcterms:modified>
</cp:coreProperties>
</file>