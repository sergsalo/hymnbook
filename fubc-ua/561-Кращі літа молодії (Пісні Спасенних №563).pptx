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Кращі літа молодії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№563)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Кращі літа молодії,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сили юначі у дні весни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присвятім для Ісуса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 цей Йому дорогий.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може бути нам краще,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послужити Христу?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Тут, у житті цім дочаснім,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віддати Йому?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Чуєш, як Він закликає?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благодатний для нас настав,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більше вагатись не можем: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нам життя дарував.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Браття, ми прапор підіймем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Іменем дивним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Промінь святий хай не згасне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віри й надії в серцях.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Підемо вслід за Ісусом,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сміло вперед на борню з гріхом,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темряві тисячі гинуть,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 до них понесем.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нас зустрінуть гоніння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смерть за Христа не страшна!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все переможем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слави Спаса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2026-10-01T01:09:12Z</dcterms:created>
  <dcterms:modified xsi:type="dcterms:W3CDTF">2026-10-01T01:09:12Z</dcterms:modified>
</cp:coreProperties>
</file>