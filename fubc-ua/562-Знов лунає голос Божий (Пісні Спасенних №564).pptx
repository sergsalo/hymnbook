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лунає голос Божий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№564)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лунає голос Божий,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до праці кличе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дозрів на ниві колос,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урожай збирати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Працювати хто бажає,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 хай служить ближнім всім.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в тьмі гріха блукають,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 звіщайте 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 нещасних так багато,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не знають про Христа...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провини може зняти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кров Його свята.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Благодаті день триває,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дає спасіння всім.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в тьмі гріха блукають,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Христа звіщайте їм.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мудрим красномовством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вас Господь не наділив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великим даром слова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житті не збагатив,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ніщо вас не зупинить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на ниві є для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у пороках гинуть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приводьте їх.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ще кличе нас до діла: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працювати на полях.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Божі ниви пожовтіли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наближаються жнива.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ревно працювати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і там по всіх місцях,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нагороду будем мати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вічних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2026-10-01T01:09:31Z</dcterms:created>
  <dcterms:modified xsi:type="dcterms:W3CDTF">2026-10-01T01:09:31Z</dcterms:modified>
</cp:coreProperties>
</file>