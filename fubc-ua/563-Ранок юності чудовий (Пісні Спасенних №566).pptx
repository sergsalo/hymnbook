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Ранок юності чудовий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№566)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Ранок юності чудовий,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ніжний цвіт весняних літ,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віддамо Христу з любовʼю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понесем спасіння вість.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труда на Божій ниві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віддамо цілком себе!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не будемо ліниві,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попрацюймо, поки день!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Христа всім серцем любим,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 Нього наша вість.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почують грішні люди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відкуплення в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труда на Божій ниві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віддамо цілком себе!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не будемо ліниві,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попрацюймо, поки день!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Присвятім же час і сили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спасіння душ людських,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пізнали Божу милість,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дарована для них.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труда на Божій ниві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віддамо цілком себе!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не будемо ліниві,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попрацюймо, поки день!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2026-10-01T01:09:52Z</dcterms:created>
  <dcterms:modified xsi:type="dcterms:W3CDTF">2026-10-01T01:09:52Z</dcterms:modified>
</cp:coreProperties>
</file>