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блукаючим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№567)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блукаючим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покажімо,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тих, хто зневірились,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підбадьорім,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погибаючим правду скажімо,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спить душею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скоріш розбудім.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блукаючим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покажімо,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спить душею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скоріш розбудім!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Вістку євангельську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 понесімо,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до Ісуса благаймо прийти,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душі сповнились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радістю, миром,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всі блаженство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Ньому знайшли.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блукаючим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покажімо,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спить душею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скоріш розбудім!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Людям, що в темряві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ходять гріховній,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 Христове негайно несім,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душі стомлені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віра наповнить,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і для них є спасіння в Христі.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блукаючим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покажімо,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спить душею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скоріш розбудім!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2026-10-01T01:10:12Z</dcterms:created>
  <dcterms:modified xsi:type="dcterms:W3CDTF">2026-10-01T01:10:12Z</dcterms:modified>
</cp:coreProperties>
</file>