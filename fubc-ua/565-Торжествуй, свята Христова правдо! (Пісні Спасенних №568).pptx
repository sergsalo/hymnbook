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Торжествуй, свята Христова правдо!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№568)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Торжествуй, свята Христова правдо!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народе Божий, торжествуй!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Сповіщай про Господа всім радо,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 вузьким шляхом прямуй.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роботи є багато,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женців на ниві дуже мало.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Господній заклик треба встати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працю вийти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Понесем усюди вість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звільняє від гріхів.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Божого святе насіння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сіяти в серця людські.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роботи є багато,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женців на ниві дуже мало.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Господній заклик треба встати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працю вийти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Літо благодаті вже минає,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по хибному шляху іде.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євангельська хай скрізь лунає,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Христос спасає всіх людей.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роботи є багато,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женців на ниві дуже мало.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Господній заклик треба встати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працю вийти всім.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2026-10-01T01:10:31Z</dcterms:created>
  <dcterms:modified xsi:type="dcterms:W3CDTF">2026-10-01T01:10:31Z</dcterms:modified>
</cp:coreProperties>
</file>