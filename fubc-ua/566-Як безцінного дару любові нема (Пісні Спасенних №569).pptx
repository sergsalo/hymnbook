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безцінного дару любові нема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№569)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безцінного дару любові нема,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для інших життя не горить,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у серці твоєму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холодна пітьма,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душа у байдужості спить,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473606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24490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23550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даремно живеш,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 мій, на землі,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безцільно проходить життя,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Творцю молитви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приємні твої,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приємні Йому і діла.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050136" y="354787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7960" y="354787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47020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ті, що палають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любові вогнем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готові на подвиг завжди,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сповіщають про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Царство Христа неземне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кличуть всіх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живої води.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795551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02545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01605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в чистих серцях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проживає Христос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надихає на жертвенний труд,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вони після довгих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мандрівок і гроз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ввійдуть в славу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Господню святу.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677516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20580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19640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2026-10-01T01:10:50Z</dcterms:created>
  <dcterms:modified xsi:type="dcterms:W3CDTF">2026-10-01T01:10:50Z</dcterms:modified>
</cp:coreProperties>
</file>