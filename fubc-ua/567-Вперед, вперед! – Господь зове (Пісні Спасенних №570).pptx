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 – Господь зове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«Вперед, вперед!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Господь зове.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Мною йди на труд святий,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молись,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трудись,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борись,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учись.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4012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797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5703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сну прокинсь,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байдужість скинь,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час трудись і не лінись,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вогонь в душі не загаси,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він горить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кожну мить».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60271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7825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3688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тобі талант в житті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дарував – не закопай,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вбрання не оскверняй,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пильнуй,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заплямуй.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075385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2711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177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будь усім взірцем святим: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для своїх, і для чужих.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мало нас, та Бог за нас,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не сумуй, молись Йому.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256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4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7153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Хоч, може, брат пішов назад,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 повернувсь, Христа забув,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ти кріпись, не похитнись,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слідом лиш за Христом.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1147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661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8567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«Вперед, вперед!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Господь зове.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Мною йди на труд святий,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борись сміліш,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працюй ревніш,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 щиріш,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 дзвінкіш».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3611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6198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6104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2026-10-01T01:11:11Z</dcterms:created>
  <dcterms:modified xsi:type="dcterms:W3CDTF">2026-10-01T01:11:11Z</dcterms:modified>
</cp:coreProperties>
</file>