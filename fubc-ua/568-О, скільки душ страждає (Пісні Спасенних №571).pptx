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скільки душ страждає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скільки душ страждає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маючи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гріховній гинуть млі,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Пастиря блукають,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знаючи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самотні і нещасні,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цілі у житті.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Ходімо шукати грішних,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приведем їх до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вірними будемо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вінець Спаситель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праці не боїться,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все готовий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всіх людей заблудлих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гибелі спасти?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піде показати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правди до Отця?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любовʼю хто потішить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розбитії серця?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Ходімо шукати грішних,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приведем їх до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вірними будемо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вінець Спаситель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 радість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славних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люблячих обіймах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складемо Богу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нас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дивне милосердя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спасаючу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Ходімо шукати грішних,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приведем їх до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вірними будемо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вінець Спаситель дасть.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2026-10-01T01:11:31Z</dcterms:created>
  <dcterms:modified xsi:type="dcterms:W3CDTF">2026-10-01T01:11:31Z</dcterms:modified>
</cp:coreProperties>
</file>