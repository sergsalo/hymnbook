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Неси, християнине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№572)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Неси, християнине,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свій святий вогонь,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який дарований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запалений давно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люблячим Христом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важкій Голгофській боротьбі.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вогонь завжди горить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зігріває всі знедолені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світ новий,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прекрасний озорить,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якому радість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Можливо, брат стомився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у боротьбі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зігрій його і підкріпи,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що не покине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його в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допоможе далі йти.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вогонь завжди горить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зігріває всі знедолені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світ новий,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прекрасний озорить,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якому радість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піде раптом ближній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 не тим шляхом,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яким велів іти Ісус,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вогонь любові знов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збуди в душі його,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він на вірний шлях вернувсь.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вогонь завжди горить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зігріває всі знедолені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світ новий,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прекрасний озорить,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якому радість без кінця.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буде дуже важко у житті тобі,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вступиш з ворогом в двобій,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знай: Господь з тобою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праці й боротьбі,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збереже світильник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Нехай вогонь завжди горить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зігріває всі знедолені серця,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світ новий,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прекрасний озорить,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якому радість без кінця.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2026-10-01T01:11:51Z</dcterms:created>
  <dcterms:modified xsi:type="dcterms:W3CDTF">2026-10-01T01:11:51Z</dcterms:modified>
</cp:coreProperties>
</file>