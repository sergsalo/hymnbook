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життєвій нелегкій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життєвій нелегкій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сил, Спасителю,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сказати без вагань Тобі: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Ти».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Ти, як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хочеш Ти, як Ти»;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сказати без вагань Тобі: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Ти».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забрати схочеш 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дорогим для мене 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покірно дай сказати теж: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Ти».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Ти, як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хочеш Ти, як Ти»;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покірно дай сказати теж: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Ти».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йтиме крізь страждання путь,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 скорботах не забудь,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опорою постійно будь.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хочеш 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хочеш Ти, як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хочеш Ти, як Ти;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опорою постійно будь.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хочеш Ти.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 волю підкори Собі,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смирення дай і сил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день сказати міг: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Ти».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Ти, як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хочеш Ти, як Ти»;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день сказати міг: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Ти».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прийде мій останній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 хай шепчуть раз у раз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Тому, Хто дух від смерті спас: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Ти».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Ти, як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хочеш Ти, як Ти»;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тому, Хто дух від смерті спас: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хочеш Ти».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2026-09-29T18:20:44Z</dcterms:created>
  <dcterms:modified xsi:type="dcterms:W3CDTF">2026-09-29T18:20:44Z</dcterms:modified>
</cp:coreProperties>
</file>