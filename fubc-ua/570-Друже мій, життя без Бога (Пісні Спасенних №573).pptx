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життя без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життя без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життям не називай,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 серця весь віддай.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кругом, як люди гинуть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і марноті,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знаходячи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блаженства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збирай борців за віру,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до праці закликай,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за днем проходить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барися, поспішай.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душ Христа не знають,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погибель вічну йдуть.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Розкажи їм про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направ на добру путь.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же свідком перед ними,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розкажи, що знаєш 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Свою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доказав нам на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віддай на це служіння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молоді свої літа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трудися для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останніх днів життя!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2026-10-01T01:12:11Z</dcterms:created>
  <dcterms:modified xsi:type="dcterms:W3CDTF">2026-10-01T01:12:11Z</dcterms:modified>
</cp:coreProperties>
</file>