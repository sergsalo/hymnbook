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 · rows:2,2,2,1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rows:2,2,1,2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 · ||:3-4:||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для безцільних мрій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№575)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для безцільних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мрій життя нам дане,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для служіння царству марноти,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 щоб тут, де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боремось й страждаєм,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знайти сліди небесної краси.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02462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95634" y="354787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94694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Життя нам дане, щоб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знайти спасіння,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посвятити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Христу цілком,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служити 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земнім ходінні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відобразити у собі Його.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29562" y="394411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68534" y="394411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7594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Бог звелів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нести святеє Слово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поміж людей, що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томляться в гріхах,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щоби ми завжди були готові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служити ближнім</a:t>
            </a:r>
            <a:endParaRPr lang="en-US" sz="5100" dirty="0"/>
          </a:p>
          <a:p>
            <a:pPr algn="ctr" indent="0" marL="0">
              <a:lnSpc>
                <a:spcPts val="61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в Імʼя Христа.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084555" y="3934206"/>
            <a:ext cx="0" cy="213741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13541" y="3934206"/>
            <a:ext cx="0" cy="2137410"/>
          </a:xfrm>
          <a:prstGeom prst="line">
            <a:avLst/>
          </a:prstGeom>
          <a:noFill/>
          <a:ln w="24912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10696" y="4682871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 сумніви, що часом проникають,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ми, християни, сміло відженем.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постійно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охороняє,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рукою сильною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вперед веде.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977667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20429" y="275539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19489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Земне життя суворо нас стрічає,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ми сюди не для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розваг прийшли.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Довкола світ 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невірʼї погибає,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ми бажаєм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грішників спасти.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000451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97645" y="3151632"/>
            <a:ext cx="0" cy="297180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96705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молимось, і Бог молитву чує,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нам силу посилає Він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віру нашу у борні гартує,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ми прославили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в житті.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570355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27741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6801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2026-10-01T01:12:31Z</dcterms:created>
  <dcterms:modified xsi:type="dcterms:W3CDTF">2026-10-01T01:12:31Z</dcterms:modified>
</cp:coreProperties>
</file>