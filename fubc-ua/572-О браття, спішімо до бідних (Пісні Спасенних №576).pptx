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браття, спішімо до бідних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браття, спішімо до бідних,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томляться в темряві, в злі,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всіх: і чужих нам, і рідних,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гинуть на грішній землі.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нам,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Твого святого труда,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всім страждальцям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звіщали Твою благодать.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палкою у серці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підем до стомлених душ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як Ти їх викупив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розкажемо вістку святу.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нам,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Твого святого труда,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всім страждальцям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звіщали Твою благодать.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скажемо їм на утіху,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хоч нелегке тут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після страждання і лиха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чекає блаженне 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нам,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Твого святого труда,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всім страждальцям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звіщали Твою благодать.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Царстві блаженства й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чекає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там, над святою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 заспокоїти їх.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нам,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Твого святого труда,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всім страждальцям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звіщали Твою благодать.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2026-10-01T01:12:51Z</dcterms:created>
  <dcterms:modified xsi:type="dcterms:W3CDTF">2026-10-01T01:12:51Z</dcterms:modified>
</cp:coreProperties>
</file>