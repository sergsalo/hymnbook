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за те, що дні минають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за те, що дні минають,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рідко хто на труд спішить,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мало хто шукає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шляхи, щоб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грішників спасти.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6748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061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2967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черстві ми душею,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заклик Твій не спішимо,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милістю Твоєю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мало так дорожимо.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2176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633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7539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нас, Боже милостивий,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час утрачений прости,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серце чисте і чутливе,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на труд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бажанням йти.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0464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345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9251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2026-10-01T01:13:11Z</dcterms:created>
  <dcterms:modified xsi:type="dcterms:W3CDTF">2026-10-01T01:13:11Z</dcterms:modified>
</cp:coreProperties>
</file>