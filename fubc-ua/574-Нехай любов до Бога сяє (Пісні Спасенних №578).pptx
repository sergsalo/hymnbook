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любов до Бога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любов до Бога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ясніш у нашому житті!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ревно для святої справи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юначі сили присвятім.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Світлі дні юності,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сонячну молодість,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віддаймо на вівтар, на вівтар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Христа, для Христа!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Світлі дні юності,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сонячну молодість,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віддаймо на вівтар, на вівтар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Христа, для Христа!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заклик чуємо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кличе кожного із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віддамо охоче, друзі,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діло Боже кожен час.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Світлі дні юності,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сонячну молодість,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віддаймо на вівтар, на вівтар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Христа, для Христа!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Світлі дні юності,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сонячну молодість,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віддаймо на вівтар, на вівтар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Христа, для Христа!</a:t>
            </a:r>
            <a:endParaRPr lang="en-US" sz="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юність відлетить крилата,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стане сили для труда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приємно буде пригадати,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ми трудились для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Світлі дні юності,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сонячну молодість,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віддаймо на вівтар, на вівтар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Христа, для Христа!</a:t>
            </a:r>
            <a:endParaRPr lang="en-US" sz="5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Світлі дні юності,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сонячну молодість,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віддаймо на вівтар, на вівтар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Спасителя Христа, для Христа!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2026-10-01T01:13:30Z</dcterms:created>
  <dcterms:modified xsi:type="dcterms:W3CDTF">2026-10-01T01:13:30Z</dcterms:modified>
</cp:coreProperties>
</file>