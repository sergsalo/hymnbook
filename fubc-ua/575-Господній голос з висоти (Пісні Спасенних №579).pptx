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Господній голос з висоти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Господній голос з висоти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закликає до служіння,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велить нам Бог за Ним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нести нещасним вість спасіння.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всім вчиш, Боже,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щирим серцем в кожній справі.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благаєм: поможи,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гідно ми Твій труд звершали.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в спільності тісній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зникають наші всі питання.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захист маємо в Тобі,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страшать нас більш страждання.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Несем благання ми палкі,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ми просимо в молитві,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завжди в нашому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міг рости, а ми – маліти.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2026-10-01T01:13:50Z</dcterms:created>
  <dcterms:modified xsi:type="dcterms:W3CDTF">2026-10-01T01:13:50Z</dcterms:modified>
</cp:coreProperties>
</file>