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Божа любов обіймає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№580)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Божа любов обіймає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всіх, хто живе на землі,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нас Господь посилає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 нести у пітьмі.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Тисячі душ в світі гинуть...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Браття, ідіть, світло несіть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розкажіть про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Він і їх полюбив!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темряві люди блукають,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служать неправді й гріху.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Душі без Бога страждають,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здійснюють волю лиху.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Тисячі душ в світі гинуть...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Браття, ідіть, світло несіть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розкажіть про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Він і їх полюбив!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Господня велика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грішників хоче спасти.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Кожного з нас Він покликав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вістку спасіння нести.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Тисячі душ в світі гинуть...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Браття, ідіть, світло несіть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розкажіть про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Він і їх полюбив!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2026-10-01T01:14:09Z</dcterms:created>
  <dcterms:modified xsi:type="dcterms:W3CDTF">2026-10-01T01:14:09Z</dcterms:modified>
</cp:coreProperties>
</file>