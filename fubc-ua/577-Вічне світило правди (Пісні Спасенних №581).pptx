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світило правди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№581)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світило правди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світом вже зійшло,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променях благодатних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принесло тепло.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гляньте: нива Божа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спіє навкруги,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ждати більш не можна,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до праці йти.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марно не втрачайте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ниві золотій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для святої праці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жалійте сил.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вже жнива скінчаться,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пройдемо шлях земний,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відпочивати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Господом своїм.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поєднаймось, браття,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славного труда,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урожай зібрати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житницю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хмари насувають,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не змовкає зло,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діти Божі знають: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сонце вже зійшло.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2026-10-01T01:14:29Z</dcterms:created>
  <dcterms:modified xsi:type="dcterms:W3CDTF">2026-10-01T01:14:29Z</dcterms:modified>
</cp:coreProperties>
</file>