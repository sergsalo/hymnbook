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даремним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даремним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Христа твій труд.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служінні всюди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старанним будь.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твій, і найменший,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поривання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наміри сердечні знає Бог твої.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у памʼяті Господній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твій буде назавжди.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Діло, Господу угодне,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звершуй перед Ним.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малу турботу бачить Бог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людському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горі проявляєш 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Милосердя крихти, щирі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памʼятає нині й не забуде Він.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у памʼяті Господній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твій буде назавжди.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Діло, Господу угодне,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звершуй перед Ним.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Співчутливий погляд,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теплих слів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ближнім в час недолі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лишать слід.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малий, чи більший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слуга несе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вірністю Бог вічний зарахує все.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у памʼяті Господній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твій буде назавжди.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Діло, Господу угодне,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звершуй перед Ним.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2026-10-01T01:14:50Z</dcterms:created>
  <dcterms:modified xsi:type="dcterms:W3CDTF">2026-10-01T01:14:50Z</dcterms:modified>
</cp:coreProperties>
</file>