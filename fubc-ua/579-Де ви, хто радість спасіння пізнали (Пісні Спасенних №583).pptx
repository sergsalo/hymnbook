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ви, хто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пізнали?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ви, хто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пізнали?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ви, очищені кровʼю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не хвилюють вас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людські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заповідь, може, забута свята?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цей в жахливій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пітьмі потопає,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тисячі гинуть в кайданах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пекельний вогонь огортає.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Згляньтесь, спішіть,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стогін їх не стиха!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людей у лахміттях пороків,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вбогі, нещасні і помочі ждуть.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ті євангельські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Божі пророки,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їм освітять у темряві путь?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Діти Господні! Цей голос почуйте!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нещасних на поміч прийдіть,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гинучих в світі 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рятуйте,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швидше усім про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сповістіть!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2026-10-01T01:15:10Z</dcterms:created>
  <dcterms:modified xsi:type="dcterms:W3CDTF">2026-10-01T01:15:10Z</dcterms:modified>
</cp:coreProperties>
</file>