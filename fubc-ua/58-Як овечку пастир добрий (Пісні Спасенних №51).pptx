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овечку пастир добрий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овечку пастир добрий,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вперед мене 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Твої луги просторі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 тихої води.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Ісусе! О Ісусе!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 мене кров пролив.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Ісусе! О Ісусе!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 мене кров пролив.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милостивий,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грішнім бережи,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без Тебе я безсилий,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Своїх руках держи.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Ісусе! О Ісусе!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 мене постраждав.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Ісусе! О Ісусе!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 мене постраждав.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був Тобі я вірним,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Заповіт святий 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служив я ближнім щиро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світі свято жив.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Ісусе! О Ісусе!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зі мною Ти повік.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Ісусе! О Ісусе!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зі мною Ти повік.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2026-09-29T18:21:57Z</dcterms:created>
  <dcterms:modified xsi:type="dcterms:W3CDTF">2026-09-29T18:21:57Z</dcterms:modified>
</cp:coreProperties>
</file>