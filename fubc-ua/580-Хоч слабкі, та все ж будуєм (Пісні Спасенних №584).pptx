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слабкі, та все ж будуєм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№584)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слабкі, та все ж будуєм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святий духовний храм,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поміч Бог Свою дарує,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посилає вміння нам.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для Господа усі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попрацюймо від душі.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Віддамо всі сили й вміння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Спасителя Христа.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із нас Він, як з каміння,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побудує славний храм.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людей багато всюди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гине в злі та марноті,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їх Господній голос будить: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«О, прийдіть до Мене всі!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Серця двері відчиніть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збудую храм у нім».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Віддамо всі сили й вміння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Спасителя Христа.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із нас Він, як з каміння,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побудує славний храм.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скоріше виростає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нас величний Божий храм,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любов у нім палає,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відкривається серцям.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хай Твій храм живий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наповняє Дух Святий.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Віддамо всі сили й вміння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Спасителя Христа.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із нас Він, як з каміння,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побудує славний храм.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2026-10-01T01:15:31Z</dcterms:created>
  <dcterms:modified xsi:type="dcterms:W3CDTF">2026-10-01T01:15:31Z</dcterms:modified>
</cp:coreProperties>
</file>