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невже без плоду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невже без плоду я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в славний день Христа,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час, як Бог покличе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 перед Ним?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чим до Господа прийду?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життєвий звіт складу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безплідно на землі прожиті дні?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сил пошли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усі життєві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цілком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присвятив,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дорозі не ослаб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почув в кінці життя: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«Час тобі у вічну радість увійти!»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любові до Христа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я трудитись так,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соромно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було, як прийде Він.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сніп, хоча б один,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приніс у вічний дім,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його у мене з рук взяв Божий Син.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сил пошли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усі життєві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цілком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присвятив,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дорозі не ослаб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почув в кінці життя: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«Час тобі у вічну радість увійти!»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свій труд закінчу 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хотів би від Царя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вчути: «Вірний рабе, в небо увійди!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 Я твій труд святий,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сніп неси свій золотий,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успадкуй зі Мною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Царство назавжди!»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сил пошли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усі життєві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цілком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присвятив,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дорозі не ослаб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почув в кінці життя: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«Час тобі у вічну радість увійти!»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2026-10-01T01:15:53Z</dcterms:created>
  <dcterms:modified xsi:type="dcterms:W3CDTF">2026-10-01T01:15:53Z</dcterms:modified>
</cp:coreProperties>
</file>