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розсівати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№586)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розсівати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Боже рано,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південь й час вечірній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серцях людських,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будемо чекати урожаю з лану,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у серці принесем снопи.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Принесем снопи,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принесем снопи,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у серці принесем снопи.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Принесем снопи,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принесем снопи,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у серці принесем снопи.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то в пору добру,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в час непогоди,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час, як світить сонце,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як йдуть дощі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не занедбаєм доброї нагоди,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у серці принесем снопи.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Принесем снопи,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принесем снопи,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у серці принесем снопи.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Принесем снопи,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принесем снопи,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у серці принесем снопи.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розсівати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правду Божу всюди,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і перешкоди різні навкруги.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час настане,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славне свято буде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у серці принесем снопи.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Принесем снопи,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принесем снопи,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у серці принесем снопи.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Принесем снопи,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принесем снопи,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у серці принесем снопи.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2026-10-01T01:16:12Z</dcterms:created>
  <dcterms:modified xsi:type="dcterms:W3CDTF">2026-10-01T01:16:12Z</dcterms:modified>
</cp:coreProperties>
</file>