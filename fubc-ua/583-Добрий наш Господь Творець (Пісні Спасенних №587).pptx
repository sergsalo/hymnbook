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Добрий наш Господь Творець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№587)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Добрий наш Господь Творець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щедрий ласкою Отець.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годує цілий світ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багато сотень літ.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Землю Бог благословив,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врожаєм наділив,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дощ і сонце посилав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рясні плоди нам дав.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Господу, хвала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святі Його діла,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багаті всі дари,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дає Він нам згори!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забув Господь наш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 чудовий урожай.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у славне свято жнив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ллється в небо вдячний спів!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Безконечно добрий Бог,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з Ним в часи тривог.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 багато в Нього 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злим і добрим їх дає,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турбується про нас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день і кожен час.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несем Йому хвалу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любов і доброту!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2026-10-01T01:16:33Z</dcterms:created>
  <dcterms:modified xsi:type="dcterms:W3CDTF">2026-10-01T01:16:33Z</dcterms:modified>
</cp:coreProperties>
</file>