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і там поля безкраї...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і там поля безкраї...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сповнює серця.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Ниви, щедрі урожаєм,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ждуть сумлінного женця.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Вишли, Боже, вишли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старанних на поля,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врожай зібрали впору,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не пройшли жнива!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Шли женців ранковим часом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обідньої пори,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шли й надвечір, щоби вчасно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позбирати все могли.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Вишли, Боже, вишли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старанних на поля,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врожай зібрали впору,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не пройшли жнива!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дай зібрати з поля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щедрий, славний урожай.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Твоя здійснилась воля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 труді благословляй.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Вишли, Боже, вишли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старанних на поля,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врожай зібрали впору,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не пройшли жнива!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2026-10-01T01:16:54Z</dcterms:created>
  <dcterms:modified xsi:type="dcterms:W3CDTF">2026-10-01T01:16:54Z</dcterms:modified>
</cp:coreProperties>
</file>