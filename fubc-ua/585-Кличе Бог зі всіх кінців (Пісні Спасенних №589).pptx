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Бог зі всіх кінців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Бог зі всіх кінців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Свої поля женців.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Чуєм Господа слова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поспішаєм на жнива.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серп скоріш бери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ранкової пори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стрій женців Христових стань,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труді Творця прослав.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– світ, й потрібно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женцям, трудитись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погідний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Спаситель кличе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поле, брате мій, ходім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пшеницю всю зберім.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Господь поможе Сам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святім труді женцям.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чекаєм дня 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Господь збере зерно,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кукіль укине в піч,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вогонь і смерті ніч.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прийде вже пора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Царства миру і добра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Бог спасенних всіх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осель Своїх святих.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2026-10-01T01:17:15Z</dcterms:created>
  <dcterms:modified xsi:type="dcterms:W3CDTF">2026-10-01T01:17:15Z</dcterms:modified>
</cp:coreProperties>
</file>