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де ж ті женці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де ж ті женці, щоб ішли скоріш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збирати колосся з полів в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стали до праці ще до зорі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до ночі не клали б свої серпи?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 ті женці, де? Хто хоче йти?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хоче звершати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труд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трудитись щиро, як Бог велів,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врожай зібрати весь із полів?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Шукайте колосся скрізь на полях,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врожай своєчасно з ланів зберіть,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поки для праці приємний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жниво до житниці принесіть.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 ті женці, де? Хто хоче йти?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хоче звершати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труд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трудитись щиро, як Бог велів,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врожай зібрати весь із полів?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колос, налитий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зерном, схиливсь,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пожинати давно вже час.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мало є тих, хто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 тепер трудивсь!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ниви дозріли й чекають нас.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 ті женці, де? Хто хоче йти?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хоче звершати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труд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трудитись щиро, як Бог велів,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врожай зібрати весь із полів?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браття і сестри, беріть серпи,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працюйте, ще поки погідний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приносьте багаті зерном снопи!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нагороду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працю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 ті женці, де? Хто хоче йти?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хоче звершати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труд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трудитись щиро, як Бог велів,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врожай зібрати весь із полів?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2026-10-01T01:17:35Z</dcterms:created>
  <dcterms:modified xsi:type="dcterms:W3CDTF">2026-10-01T01:17:35Z</dcterms:modified>
</cp:coreProperties>
</file>