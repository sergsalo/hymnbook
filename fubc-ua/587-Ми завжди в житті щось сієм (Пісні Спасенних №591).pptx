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завжди в житті щось сієм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завжди в житті щось сієм,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повсякчасно, день за днем.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колись воно дозріє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рясні плоди пожнем.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поглядом байдужим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іншим біль ми завдаєм,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свої цим губим душі: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сієм вітер – бурю жнем.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Сіймо скрізь любов і згоду,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святу і мир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велику нагороду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мати в небі ми.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завжди щось з вами сієм: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цілий рік, у кожен час;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різне падає насіння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лани життя у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Зерна слів ми з вами сієм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світі між людьми,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проросте посів, дозріє.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тоді зберемо ми?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Сіймо скрізь любов і згоду,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святу і мир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велику нагороду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мати в небі ми.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всюди сіймо,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сіймо правду, радість,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паростки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проросли поміж людьми.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завчасно ми подбаймо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святий добра посів,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Господніми плодами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збагатитись у житті.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Сіймо скрізь любов і згоду,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святу і мир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велику нагороду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мати в небі 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2026-10-01T01:17:55Z</dcterms:created>
  <dcterms:modified xsi:type="dcterms:W3CDTF">2026-10-01T01:17:55Z</dcterms:modified>
</cp:coreProperties>
</file>