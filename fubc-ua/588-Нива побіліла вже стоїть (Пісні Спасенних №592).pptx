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Нива побіліла вже стоїть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Нива побіліла вже стоїть,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золоті зернята осипаються,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вітерець колоссям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шелестить,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женців так мало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схиляється.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62047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36049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3510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Ясне сонце жниво золотить,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колоски додолу нахиляються,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на ниву рідко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спішить,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потрудитись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є бажаючих.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05023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93073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9213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женці? Чому йти не спішать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чому донині ще вагаються?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Холодом вже віє на полях,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кращої пори 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дочекаються.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5181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628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4534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на ниву, всі женці, спішіть,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настане час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жнива закінчаться.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час погідний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колос жніть,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врожай зібрати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для вічності.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227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582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488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2026-10-01T01:18:15Z</dcterms:created>
  <dcterms:modified xsi:type="dcterms:W3CDTF">2026-10-01T01:18:15Z</dcterms:modified>
</cp:coreProperties>
</file>