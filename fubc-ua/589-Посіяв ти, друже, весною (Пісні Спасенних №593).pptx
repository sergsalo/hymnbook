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Посіяв ти, друже, весною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№593)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Посіяв ти, друже, весною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добірне і чисте зерно,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хвилею ось золотою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колишеться нині воно.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 добре насіння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тоді.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жнив незабаром вже прийде,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в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поруч, дивись, інше поле: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 добре зерно не зійшло,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безплідне те поле й навколо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бурʼяном заросло.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 добре насіння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тоді.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жнив незабаром вже прийде,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в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полі життєвому сіяв: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любов чи ненависть до всіх?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Посів твій неждано дозріє.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жатимеш, друже, тоді?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 добре насіння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тоді.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жнив незабаром вже прийде,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в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Посіємо Господа Слово,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якого – любов,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розкажемо грішним, для чого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на землю прийшов.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 добре насіння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тоді.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жнив незабаром вже прийде,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в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прийде, ми ввійдем у небо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там спочиватимем всі,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нині трудитися треба!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сій, друже, добре лиш сій!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 добре насіння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тоді.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 жнив незабаром вже прийде,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пожнеш, що посіяв в житті.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2026-10-01T01:18:37Z</dcterms:created>
  <dcterms:modified xsi:type="dcterms:W3CDTF">2026-10-01T01:18:37Z</dcterms:modified>
</cp:coreProperties>
</file>