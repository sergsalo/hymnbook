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 мене, Боже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№53)</a:t>
            </a:r>
            <a:endParaRPr lang="en-US" sz="4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 мене, Боже, прости, я молю,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прости, що так пізно до Тебе я йду,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прости, що раніше Тебе не пізнав,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довго у світі гріховнім блукав. :||</a:t>
            </a:r>
            <a:endParaRPr lang="en-US" sz="4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Прости, що мій розум Тебе відхиляв,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прости, що страждати Тебе заставляв,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прости, що я рани Тобі завдавав,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знов на хресті я Тебе розпинав. :||</a:t>
            </a:r>
            <a:endParaRPr lang="en-US" sz="4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Ти до нового життя пробудив,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серце, і душу мені обновив,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очі відкрив Ти на пройдений шлях,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дав потонути в невірʼї, в гріхах. :||</a:t>
            </a:r>
            <a:endParaRPr lang="en-US" sz="4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ось я в молитві покірно стою,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все навіки Тобі віддаю,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я хочу належати тільки Тобі –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підтримай мене у земній боротьбі. :||</a:t>
            </a:r>
            <a:endParaRPr lang="en-US" sz="4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словом і ділом прославлю Тебе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вірю, що в небо Ти візьмеш мене.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Хай світло засяє у вчинках моїх</a:t>
            </a:r>
            <a:endParaRPr lang="en-US" sz="4300" dirty="0"/>
          </a:p>
          <a:p>
            <a:pPr algn="ctr"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вабить постійно до Тебе усіх. :||</a:t>
            </a:r>
            <a:endParaRPr lang="en-US" sz="43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2026-09-30T00:16:08Z</dcterms:created>
  <dcterms:modified xsi:type="dcterms:W3CDTF">2026-09-30T00:16:08Z</dcterms:modified>
</cp:coreProperties>
</file>