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мене, Боже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мене, Боже,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прости, я молю,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прости, що так пізно до Тебе я йду,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прости, що раніше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не пізнав,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довго у світі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гріховнім блукав.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2888399" y="3156966"/>
            <a:ext cx="0" cy="291465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09697" y="3156966"/>
            <a:ext cx="0" cy="291465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06852" y="429425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Прости, що мій розум Тебе відхиляв,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прости, що страждати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заставляв,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прости, що я рани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завдавав,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знов на хресті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Тебе розпинав.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135478" y="3172968"/>
            <a:ext cx="0" cy="2743200"/>
          </a:xfrm>
          <a:prstGeom prst="line">
            <a:avLst/>
          </a:prstGeom>
          <a:noFill/>
          <a:ln w="23446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62618" y="3172968"/>
            <a:ext cx="0" cy="2743200"/>
          </a:xfrm>
          <a:prstGeom prst="line">
            <a:avLst/>
          </a:prstGeom>
          <a:noFill/>
          <a:ln w="23446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54058" y="4242308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Ти до нового життя пробудив,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серце, і душу мені обновив,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очі відкрив Ти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пройдений шлях,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дав потонути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невірʼї, в гріхах.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58135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9961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3902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ось я в молитві покірно стою,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все навіки Тобі віддаю,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належати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Тобі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підтримай мене 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земній боротьбі.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91206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06890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0595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словом і ділом прославлю Тебе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вірю, що в небо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візьмеш мене.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світло засяє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вчинках моїх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вабить постійно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усіх.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9120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0689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0595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2026-09-30T21:43:17Z</dcterms:created>
  <dcterms:modified xsi:type="dcterms:W3CDTF">2026-09-30T21:43:17Z</dcterms:modified>
</cp:coreProperties>
</file>