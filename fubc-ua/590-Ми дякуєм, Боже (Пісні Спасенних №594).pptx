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rows:1,1,2,2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rows:1,2,2,2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rows:1,2,2,1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дякуєм, Боже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№594)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дякуєм, Боже, Тобі за це жниво,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рясно вродило на наших полях,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дощик із неба,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сонце, що гріло,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те, що в нас завжди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є хліб на столах.</a:t>
            </a:r>
            <a:endParaRPr lang="en-US" sz="5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Усе необхідне для нас посилаєш,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здоровʼя для праці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нам подаєш,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батько дитину,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руку тримаєш,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Своє вічне Царство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неба ведеш.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можемо, Боже, Тобі відплатити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всі добродійства,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Ти посилав,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небо блакитне,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право в нім жити,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яке через Сина Ти нам дарував.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Тобі, Боже, щиру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подяку приносим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все, що рука нам Твоя подала.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Будь з нами і далі,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сердечно ми просим,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лине повіки Тобі честь, хвала!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2026-10-01T01:18:58Z</dcterms:created>
  <dcterms:modified xsi:type="dcterms:W3CDTF">2026-10-01T01:18:58Z</dcterms:modified>
</cp:coreProperties>
</file>