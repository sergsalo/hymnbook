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 Тебе величаєм,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врожай ми зібрали із наших ланів.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труд наш старанний,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наші турботи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добром Ти всіх нас наділив.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славимо, Боже, Тебе у цей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ласку безмірну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щиру вдячність від нас.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дякуєм,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милість велику,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сонце, за роси,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дощ весняний,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теплі вітри, що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гойдали колосся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пестили лан золотий.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славимо, Боже, Тебе у цей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ласку безмірну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щиру вдячність від нас.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 Тебе величаєм;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спів, наша пісня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звучить.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вислухав наші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сердечні благання,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 прийми у цю мить.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жниво багате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славимо, Боже, Тебе у цей час.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ласку безмірну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щиру вдячність від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2026-10-01T01:19:20Z</dcterms:created>
  <dcterms:modified xsi:type="dcterms:W3CDTF">2026-10-01T01:19:20Z</dcterms:modified>
</cp:coreProperties>
</file>