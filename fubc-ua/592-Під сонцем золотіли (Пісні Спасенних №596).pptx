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сонцем золотіли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№596)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сонцем золотіли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лани, поля кругом.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Женці, народ щасливий,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йшли кожен зі снопом.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хворий несміливо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дому виглядав,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слабий він був, безсилий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трудитись на полях.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гість напроти ночі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зайшов до нього в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води тоді охоче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подав з любовʼю він.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Спочивши у господі,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прохожий в путь пішов,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біля ніг господар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розкішний сніп знайшов.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Господу в молитві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повідав він про все: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«Сніп маю, та не мій він,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добре знаєш це.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Води в Імʼя Господнє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прохожому я 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неждано я сьогодні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сніп золотий придбав».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почув від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утіхи слово він: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 вчинок в нагороду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Мене маєш сніп».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сил нема трудитись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полі у жнива,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ближньому напитись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матимеш снопа.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2026-10-01T01:19:40Z</dcterms:created>
  <dcterms:modified xsi:type="dcterms:W3CDTF">2026-10-01T01:19:40Z</dcterms:modified>
</cp:coreProperties>
</file>