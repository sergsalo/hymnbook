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недавно квітувала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недавно квітувала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навесні уся земля,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пташечки кругом співали,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прославляючи Творця.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так швидко відцвітає,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вʼяне скрізь життя краса.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все проминає,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– тільки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недавно зеленіло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світлих променях весни.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прийшов – усе змінилось,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потемніло восени.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так швидко відцвітає,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вʼяне скрізь життя краса.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все проминає,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– тільки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Дітьми ще недавно з вами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безтурботними були,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горя і скорбот не знали,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ворожнечі між людьми.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так швидко відцвітає,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вʼяне скрізь життя краса.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все проминає,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– тільки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юність ще недавно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квітувала у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звершали з вами славний,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утішаючись в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так швидко відцвітає,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вʼяне скрізь життя краса.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все проминає,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– тільки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Відцвіли прекрасні квіти,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пройшла весна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у небі Божі діти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мають вічне майбуття.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так швидко відцвітає,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вʼяне скрізь життя краса.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все проминає,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– тільки в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2026-10-01T01:20:00Z</dcterms:created>
  <dcterms:modified xsi:type="dcterms:W3CDTF">2026-10-01T01:20:00Z</dcterms:modified>
</cp:coreProperties>
</file>