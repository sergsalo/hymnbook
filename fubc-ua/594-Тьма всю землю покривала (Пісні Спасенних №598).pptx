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Тьма всю землю покривала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№598)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Тьма всю землю покривала,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панували духи зла,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блага пора настала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здійснив спасіння план.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спізнився вічний Бог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відвідав Свій народ.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обітниці в свій час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виконує сповна.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Ждав народ Царя-Месію,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сподіваннями він жив,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 прийшов – і для Марії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ангел радість сповістив: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«Тішся, благодатна ти!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тебе буде Син святий,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спасе людей Своїх,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кровʼю змиє їхній гріх».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 покірністю святою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вість Марія прийняла.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«Буде хай мені по слову»,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тихо мовила вона.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Бога славмо щиро всі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діла Його святі.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Сина Він у світ послав,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спасіння кожен мав.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2026-10-01T01:20:20Z</dcterms:created>
  <dcterms:modified xsi:type="dcterms:W3CDTF">2026-10-01T01:20:20Z</dcterms:modified>
</cp:coreProperties>
</file>