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вже літ минуло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вже літ минуло з тих пір,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ангел зійшов з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діві Марії радість звістив,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Сина їй Бог пошле.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тисячі літ минуло з тих пір,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досі скрізь лунає та вістка,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ангел діві звістив: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людям даний.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Всевишнього Сином буде Дитя,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посяде Він царський трон,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Царству Його не буде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так повелів Господь.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тисячі літ минуло з тих пір,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досі скрізь лунає та вістка,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ангел діві звістив: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людям даний.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дасться Ймення Еммануїл,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значить: із нами Бог.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 Свій народ від їхніх гріхів,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проллє за людей Він кров.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тисячі літ минуло з тих пір,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досі скрізь лунає та вістка,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ангел діві звістив: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людям даний.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2026-10-01T01:20:42Z</dcterms:created>
  <dcterms:modified xsi:type="dcterms:W3CDTF">2026-10-01T01:20:42Z</dcterms:modified>
</cp:coreProperties>
</file>