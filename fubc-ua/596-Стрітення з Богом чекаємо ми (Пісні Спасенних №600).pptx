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Стрітення з Богом чекаємо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Стрітення з Богом чекаємо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Месію чекали юдеї;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Спаситель під звуки сурми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за Церквою прийде Своєю.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незабаром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нас в славу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 давнину ждала Анна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Симеон ждав Месію святого,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царювала гріха тьма кругом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 ходили вони перед Богом.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незабаром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нас в славу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Будемо, друзі, так само і 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Спаса чекати у страсі Господнім,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у небі під звуки сурми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стрінувся з Сином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Господнім з нас кожен.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незабаром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нас в славу Свою.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2026-10-01T01:21:01Z</dcterms:created>
  <dcterms:modified xsi:type="dcterms:W3CDTF">2026-10-01T01:21:01Z</dcterms:modified>
</cp:coreProperties>
</file>