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Натхнений Духом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Натхнений Духом в Божий храм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прийшов смиренний Симеон.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Дитятко він побачив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посяде царський трон.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це світло принесло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тих, хто у пітьмі живе.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грішникам прийшло,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гріхів людей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Месію Симеон вітав,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святе благословив,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 Богові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свідоцтво залишив.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це світло принесло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тих, хто у пітьмі живе.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грішникам прийшло,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гріхів людей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Дитяти не торкнувся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Воно у послуху росло,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наближалось з року в рік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служіння жертвенне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це світло принесло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тих, хто у пітьмі живе.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грішникам прийшло,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гріхів людей спасе.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Усіх, хто зустріч мав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всі гріхи Йому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хто іде Його шляхом,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 в небі жде дім золотий.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це світло принесло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тих, хто у пітьмі живе.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грішникам прийшло,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гріхів людей спасе.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2026-10-01T01:21:21Z</dcterms:created>
  <dcterms:modified xsi:type="dcterms:W3CDTF">2026-10-01T01:21:21Z</dcterms:modified>
</cp:coreProperties>
</file>