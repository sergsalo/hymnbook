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Іоан з пустині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№602)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Іоан з пустині на Йордан приходить,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сповіщає всім: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«Вже наблизилось Царство Боже,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гідний плід принесіть каяття».</a:t>
            </a:r>
            <a:endParaRPr lang="en-US" sz="4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Бачить: йде до нього Сам Ісус Месія.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Каже Іоан: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«Ось зʼявився в світ Агнець Божий,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бере на Себе світу гріх».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2026-10-01T01:21:43Z</dcterms:created>
  <dcterms:modified xsi:type="dcterms:W3CDTF">2026-10-01T01:21:43Z</dcterms:modified>
</cp:coreProperties>
</file>