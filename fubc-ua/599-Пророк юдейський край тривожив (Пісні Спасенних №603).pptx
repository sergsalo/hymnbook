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||:4-4:||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||:4-4:||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Пророк юдейський край тривожив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№603)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Пророк юдейський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край тривожив,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народ стікався на Йордан.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«Погляньте! Ось Він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Агнець Божий»,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 Христа вказав Йоан.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855318" y="513283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42778" y="513283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41838" y="51099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потім над Христовим тілом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мить зімкнулася вода.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Покору Він засвідчив ділом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кожному з нас приклад дав.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095858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2238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01298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голуб, Дух на Нього злинув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таке знамення Бог послав.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голос з неба в ту хвилину: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«Це Син Мій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любий!» – пролунав.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431186" y="394411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66910" y="394411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65970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Йордані Божий Син хрестився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волі вишнього Отця,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цей день Він світові відкрився,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Своє служіння розпочав.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25549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72547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71607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2026-10-01T01:22:03Z</dcterms:created>
  <dcterms:modified xsi:type="dcterms:W3CDTF">2026-10-01T01:22:03Z</dcterms:modified>
</cp:coreProperties>
</file>