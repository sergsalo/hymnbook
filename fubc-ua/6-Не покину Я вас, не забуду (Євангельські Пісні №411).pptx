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покину Я вас, не забуду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(Євангельські Пісні №411)</a:t>
            </a:r>
            <a:endParaRPr lang="en-US" sz="5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покину Я вас, не забуду -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Бог каже тобі і мені: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Турбуватись про вас завжди буду,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стражданнях тяжких на землі.</a:t>
            </a:r>
            <a:endParaRPr lang="en-US" sz="5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в праці Я вам помагати,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силу і міць подавать,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годину сердечної втрати -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в душу бадьорість вливать.</a:t>
            </a:r>
            <a:endParaRPr lang="en-US" sz="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покину Я вас, не забуду, -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батько і мати, й рідня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Відречуться від вас, то Я буду, -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Рідним батьком для вас з того дня.</a:t>
            </a:r>
            <a:endParaRPr lang="en-US" sz="5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Ніжно буду Я вас доглядати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як мати маленьке дитя,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усякого зла зберігати;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провадить у вічне життя.</a:t>
            </a:r>
            <a:endParaRPr lang="en-US" sz="5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самотнєє серце розважу,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Сумні думи Я геть віджену;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розбите життя Я поладжу,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засмучений в вас підкріплю.</a:t>
            </a:r>
            <a:endParaRPr lang="en-US" sz="5000" dirty="0"/>
          </a:p>
          <a:p>
            <a:pPr algn="ctr" indent="0" marL="0">
              <a:buNone/>
            </a:pP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5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2026-09-22T06:31:21Z</dcterms:created>
  <dcterms:modified xsi:type="dcterms:W3CDTF">2026-09-22T06:31:21Z</dcterms:modified>
</cp:coreProperties>
</file>