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Міцно люблю я, Боже, Тебе!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Міцно люблю я, Боже, Тебе!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Знаю, що любиш також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на Голгофі подвиг звершив,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у Тебе спокій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Міцно люблю я, Боже,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став дорожчим понад усе!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Міцно люблю я, Боже, Тебе!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Сам мене за руку ведеш,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горі втішаєш, радість даєш,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миром сповняєш серце моє.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Міцно люблю я, Боже,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став дорожчим понад усе!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допоможеш, щоб не спіткнувсь,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проведеш крізь морок спокус.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Відкупитель мій дорогий,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за Тобою в край неземний.</a:t>
            </a:r>
            <a:endParaRPr lang="en-US" sz="5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Міцно люблю я, Боже,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став дорожчим понад усе!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наповняй же Духом Своїм,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Царем будь в серці моїм.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даруй, щоб я у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міг за Тобою вірно іти.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Міцно люблю я, Боже,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став дорожчим понад усе!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2026-09-30T17:49:49Z</dcterms:created>
  <dcterms:modified xsi:type="dcterms:W3CDTF">2026-09-30T17:49:49Z</dcterms:modified>
</cp:coreProperties>
</file>