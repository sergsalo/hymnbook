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Юдеї йшли хреститись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Йордану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Юдеї йшли хреститись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Йордану,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сповідуючи всі гріхи свої.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ось Ісус підходить до Йоана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хреститися від нього у воді.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1241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567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84738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Йоан благоговіючи промовив: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Агнець, що бере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людський гріх.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Той, про Кого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свідчив словом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є Христос, це 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всіх».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15260" y="47365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2836" y="47365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81896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Ісус хрестивсь,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Дух, як голуб,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згори на Нього злинув в тишині,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урочистий з неба вчувся голос: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«Це Син, Моє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благовоління в Нім».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9684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125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0310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хрестився, щоб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дати приклад,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для спасенних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заповідь свята,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цим свідчим, що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Господня дивна милість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відродила і дала життя.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96619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01477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00537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2026-10-01T01:22:24Z</dcterms:created>
  <dcterms:modified xsi:type="dcterms:W3CDTF">2026-10-01T01:22:24Z</dcterms:modified>
</cp:coreProperties>
</file>