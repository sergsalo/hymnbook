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осяяній вершині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осяяній вершині,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славу дивлячись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Петро, здивований видінням,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сказав Йому такі слова: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добре, Господи, з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поставим три намети тут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сяйві слави неземної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печаль забудемо і труд».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раптом сяйво дивне зникло,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нікого, крім Христа;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учнів Він повів в долину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труд у села і міста.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знову їх повів назустріч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скорботам, праці,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 неправди і спокуси,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назустріч стомленій юрбі.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на земній дорозі часто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думками линем в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мрієм всі про вічне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тут стомилася душа.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 бачиш, вічний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сил нема для боротьби,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у час тривожний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довірятися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Ти Сам йдеш перед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серед всіх земних скорбот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завжди радісні серцями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звершаєм безліч перемог.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не здолає ворог,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війною йде на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спокій в час тривоги,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світло нам у темний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2026-10-01T01:22:44Z</dcterms:created>
  <dcterms:modified xsi:type="dcterms:W3CDTF">2026-10-01T01:22:44Z</dcterms:modified>
</cp:coreProperties>
</file>