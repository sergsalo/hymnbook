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піднявся з учнями на гору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№606)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піднявся з учнями на гору,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піднесено Він там молився.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Ним схилилось небо неозоре,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вид Його преобразився.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серця в єдино злиті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Святий керує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Божих слів і від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преображаємось серцями.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 і одяг раптом просвітліли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сяйва неземної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йти з гори вже учні не хотіли,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залишились би там назавжди.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серця в єдино злиті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Святий керує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Божих слів і від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преображаємось серцями.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скорбот проходимо долину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сумує серце без єднання,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і прагнем у сімʼю єдину,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дім молитви на зібрання.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серця в єдино злиті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 Святий керує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Божих слів і від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преображаємось серцями.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2026-10-01T01:23:05Z</dcterms:created>
  <dcterms:modified xsi:type="dcterms:W3CDTF">2026-10-01T01:23:05Z</dcterms:modified>
</cp:coreProperties>
</file>