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 Єрусалиму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№607)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 Єрусалиму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вʼїздив Христос Ісус –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хваління без упину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лунало з людських уст,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одяг постеляли, і віття перед Ним.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царській вʼїхав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славі Ісус в Єрусалим.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Йому всі: «Осанна!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Осанна! Осанна!»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Навкруг хай лунає: «Осанна!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слава, Боже святий!»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ввійшов Спаситель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храм Отця Свого,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голосно всі діти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прославили Його,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вигукували дзвінко: «Осанна і хвала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Давидовому Сину за всі Його діла!»</a:t>
            </a:r>
            <a:endParaRPr lang="en-US" sz="4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Йому всі: «Осанна!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Осанна! Осанна!»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Навкруг хай лунає: «Осанна!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слава, Боже святий!»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Співайте, браття й сестри,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Христу: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врятував від смерті,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миру повноту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вічною любовʼю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грішних, полюбив,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 Своєю кровʼю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від гріхів омив.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Йому всі: «Осанна!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Осанна! Осанна!»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Навкруг хай лунає: «Осанна!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слава, Боже святий!»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2026-10-01T01:23:26Z</dcterms:created>
  <dcterms:modified xsi:type="dcterms:W3CDTF">2026-10-01T01:23:26Z</dcterms:modified>
</cp:coreProperties>
</file>