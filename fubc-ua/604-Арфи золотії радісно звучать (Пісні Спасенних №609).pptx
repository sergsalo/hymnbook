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Арфи золотії радісно звучать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№609)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Арфи золотії радісно звучать,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 зустрічає Господа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Той, Хто на землі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виконав закон,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урочисто сходить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небесний трон.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Христом звершилось.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безцінний дар,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вічна милість,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наш Бог і Цар.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горі Голгофі був розпʼятий Він,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жало смерті знищив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Божий Син,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воскресіння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повернувсь,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гробового тління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одягнувсь.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Христом звершилось.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безцінний дар,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вічна милість,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наш Бог і Цар.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Господь, Цар слави,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сильний в боротьбі,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торжеством вознісся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від землі.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величайте Господа 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піснею хваління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сповістіть.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Христом звершилось.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безцінний дар,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вічна милість,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наш Бог і Цар.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2026-10-01T01:23:46Z</dcterms:created>
  <dcterms:modified xsi:type="dcterms:W3CDTF">2026-10-01T01:23:46Z</dcterms:modified>
</cp:coreProperties>
</file>