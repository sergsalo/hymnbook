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який нам шлях відкрився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№610)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який нам шлях відкрився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Царство правди і краси!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Божий Син з небес зʼявився,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нас всіх туди ввести.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світі горя Він родився,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полюбивши всіх людей,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і, немовби раб, смирився,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був розпʼятий і воскрес!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Учням Божий Син являвся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після Пасхи сорок днів,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Хома переконався,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Ісус Христос ожив.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Обіцяв їм на прощання: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«Зійде Дух Святий на вас,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святі слова Писання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сповіщали в кожний час».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в кінці зібрав на гору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всіх апостолів Своїх,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став невидимий для зору,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вознісся з-поміж них.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неба ангели звістили: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«До Отця Христос зійшов,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в могутній славі й силі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на землю прийде знов».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2026-10-01T01:24:07Z</dcterms:created>
  <dcterms:modified xsi:type="dcterms:W3CDTF">2026-10-01T01:24:07Z</dcterms:modified>
</cp:coreProperties>
</file>