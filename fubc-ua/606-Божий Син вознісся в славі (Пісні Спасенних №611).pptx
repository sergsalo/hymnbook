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Божий Син вознісся в славі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№611)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Божий Син вознісся в славі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переможним торжеством.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Урочисто хай лунає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всюди радісний псалом.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день, пора чудова: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престолі слави – Цар,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між людиною і Богом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Посередником Він став.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в вінку терновім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 бачили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Нині в сяєві чудовім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правиці Він Отця.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день, пора чудова: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престолі слави – Цар,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між людиною і Богом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Посередником Він став.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небо наповняє,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ріки радості течуть.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Хори ангелів співають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честь Христові віддають.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день, пора чудова: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престолі слави – Цар,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між людиною і Богом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Посередником Він став.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Пісню слави заспіваймо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Спасителя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честь й хвалу Йому віддаймо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дароване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день, пора чудова: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престолі слави – Цар,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між людиною і Богом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Посередником Він став.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2026-10-01T01:24:28Z</dcterms:created>
  <dcterms:modified xsi:type="dcterms:W3CDTF">2026-10-01T01:24:28Z</dcterms:modified>
</cp:coreProperties>
</file>