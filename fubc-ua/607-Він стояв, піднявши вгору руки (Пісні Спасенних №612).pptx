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стояв, піднявши вгору руки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№612)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стояв, піднявши вгору руки,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Син спасіння вже звершив.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поніс тяжкі,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нестерпні муки,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тепер вознісся до вишин.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80160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17936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1699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учень очі звів угору,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подих кожний, мабуть, затаїв.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царів, Владика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суші й моря,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очах їх землю залишив.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63370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34726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3378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вознісся, щоб прийти у славі.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же бути свідками звелів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близьких 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віддалених державах,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навіть далі: до країв землі.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10208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7888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694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Він, щоб вибраних узяти.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Божій владі – знати день і час.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справа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готувати,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вірними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застав Він нас.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292348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05748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0480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2026-10-01T01:24:48Z</dcterms:created>
  <dcterms:modified xsi:type="dcterms:W3CDTF">2026-10-01T01:24:48Z</dcterms:modified>
</cp:coreProperties>
</file>