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Бог продовжив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№613)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Бог продовжив,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входим в рік новий,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знаєм: Слово Боже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вкаже шлях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Думка ця нас тішить,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радує серця: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 руках надійних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рік новий ми сміло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підем за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вірим: Він дасть силу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святим шляхом.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Знову Бог говорить: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«Йди і не страшись.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завжди з тобою,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віруй і молись.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Свою підтримку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дам у боротьбі,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до смерті вірний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дам вінець тобі».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рік новий ми сміло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підем за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вірим: Він дасть силу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святим шляхом.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милості й любові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новий дав рік;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втомленим нам знову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 дає потік.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Душам зголоднілим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життя 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прощення грішним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до Нього йде.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рік новий ми сміло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підем за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вірим: Він дасть силу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святим шляхом.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нас не залишить,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забуде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бурі чи у тиші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Він всякчас.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подяка лине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звучать псалми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Вождь всесильний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йде у рік новий.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рік новий ми сміло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підем за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вірим: Він дасть силу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святим шляхом.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2026-10-01T01:25:09Z</dcterms:created>
  <dcterms:modified xsi:type="dcterms:W3CDTF">2026-10-01T01:25:09Z</dcterms:modified>
</cp:coreProperties>
</file>