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 · ||:3-4:||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 · ||:3-4:||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 · ||:3-4:||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 · ||:3-4:|| · rows:1,1,2,1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· 1/1 · ||:3-4:||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Години життя швидко тануть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№614)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Години життя швидко тануть,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проходять, як тінь, день за днем,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роки за роками минають –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 швидко до вічності йдем.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126566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071530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170590" y="39212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Майбутнє життя, як в тумані,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знаєм, що завтра нас жде.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 час відліта невблаганно,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собою нас в вічність несе.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233551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64545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063605" y="39212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 часто бездумно втрачаєм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даровані Богом літа,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трудитися ми не бажаєм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ниві Ісуса Христа.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829232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368864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467924" y="39212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Ще поки життя не скінчилось,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спішімо на працю святу,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ще поки продовжив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Бог милість,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віддаймо всі сили Йому.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808759" y="3151632"/>
            <a:ext cx="0" cy="217932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389337" y="3151632"/>
            <a:ext cx="0" cy="217932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488397" y="39212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кожну прожиту миттєвість,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кожен загублений час,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нашу дорогу життєву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Бог звіт зажадає від нас.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799184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398912" y="354787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497972" y="392125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2026-10-01T01:25:31Z</dcterms:created>
  <dcterms:modified xsi:type="dcterms:W3CDTF">2026-10-01T01:25:31Z</dcterms:modified>
</cp:coreProperties>
</file>