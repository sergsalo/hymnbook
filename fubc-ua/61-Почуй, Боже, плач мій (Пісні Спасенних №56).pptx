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Почуй, Боже, плач мій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Почуй, Боже, плач мій і щире моління: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тривога і жах раптом в душу прийшли,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ворог радіє, що звів до падіння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сумнів посіяв в безсилій душі.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крила мені дарував би, щоб в небо,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голуб, злетіти я міг від землі?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б я поспішно полинув далеко,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спокій, притулок знайти там собі.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Обман і підступність у світі я бачу,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тяжка ворожнеча й злодійство у нім.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той, хто для мене багато так значив,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готує, як ворог, тенета мені.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Тебе, мій Боже, я кожної ночі,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зранку, і вдень поспішаю в мольбі.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тих захисти, хто замислює злочин,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тяжко приборкати сильних Тобі.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Тобі, мій Спасителю, я відкриваю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тривоги й скорботи, що в серце прийшли.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Ти поможеш, утішиш, я знаю,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даруєш надію і спокій душі.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2026-09-30T17:49:58Z</dcterms:created>
  <dcterms:modified xsi:type="dcterms:W3CDTF">2026-09-30T17:49:58Z</dcterms:modified>
</cp:coreProperties>
</file>