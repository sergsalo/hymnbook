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швидко наші дні пливуть!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№615)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швидко наші дні пливуть!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тінь, вони зникають,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собою нас вони несуть,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повернення не мають.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Бога книга наших днів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земного мандрування.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наші вчинки пише в ній,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горе, і страждання.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 закінчимо свій шлях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цій земній пустелі,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спочинем в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святій Отця оселі.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нам допоможи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Тобою рік почати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так лічити дні навчи,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мудре серце мати.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дай, щоб у дорозі цій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впали у спокусу,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тримай в руці Своїй,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Ісусе.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2026-10-01T01:25:51Z</dcterms:created>
  <dcterms:modified xsi:type="dcterms:W3CDTF">2026-10-01T01:25:51Z</dcterms:modified>
</cp:coreProperties>
</file>