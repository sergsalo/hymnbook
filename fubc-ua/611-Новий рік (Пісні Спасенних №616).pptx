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рік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рік Своєю рукою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ніби книгу, відкрив;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сяють листки білизною,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нам Спаситель вручив.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починати день будеш,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мудрості в Бога проси: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разом з Ісусом ти зможеш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заповнити добрим листки.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рік із волі святої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ніби книгу, відкрив,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сяють листки білизною,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нам Спаситель вручив.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зла і спокус віддаляйся,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в чистоті бережи,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від гріха відвертайся,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записи добрі були.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молитвою книгу заповнюй,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листок – це новий день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лиш Христос допоможе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заповнити вірно листки.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рік із волі святої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ніби книгу, відкрив,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сяють листки білизною,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нам Спаситель вручив.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раптом ти зауважиш,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запис недобрий зробив,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жалем у серці побачиш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сторінку, що гріх забруднив,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ти схились на коліна,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Ісусу свій гріх принеси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вір, що тобі неодмінно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провини Спаситель простить.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рік із волі святої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Господь, ніби книгу, відкрив,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сяють листки білизною,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нам Спаситель вручив.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2026-10-01T01:26:15Z</dcterms:created>
  <dcterms:modified xsi:type="dcterms:W3CDTF">2026-10-01T01:26:15Z</dcterms:modified>
</cp:coreProperties>
</file>