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скоро проминають дні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№617)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скоро проминають дні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линуть в забуття!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Минає, мов в короткім сні,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усе людське життя.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Проходить час блискучих мрій,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горя, і зітхань,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час любові, і надій,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світлих поривань.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Минає слава і краса,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йдуть сили до кінця,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зникає все, немов роса,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подиху Творця.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Отак і юність пролетить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зникне, ніби дим,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не отямишся в ту мить,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станеш вже старим.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прийде вже життю кінець...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думав ти про те,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нас покличе Бог-Творець,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звіт дали за все?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2026-10-01T01:26:36Z</dcterms:created>
  <dcterms:modified xsi:type="dcterms:W3CDTF">2026-10-01T01:26:36Z</dcterms:modified>
</cp:coreProperties>
</file>