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швидко й непомітно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швидко й непомітно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людського йдуть,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закінчились одні,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інші настають.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за роком, день за днем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кінця турбот ми йдем.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останній прийде час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Христос покличе нас.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щиро Господа любив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перебував у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правді перед Ним ходив,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ввійде в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за роком, день за днем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кінця турбот ми йдем.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останній прийде час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Христос покличе нас.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й для мене час пробʼє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піти з цього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знаю, що у небі жде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прекрасне майбуття.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за роком, день за днем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кінця турбот ми йдем.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останній прийде час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Христос покличе нас.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вірю,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славний клич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почує і моя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я – Його дитя.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за роком, день за днем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кінця турбот ми йдем.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останній прийде час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Христос покличе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2026-10-01T01:26:58Z</dcterms:created>
  <dcterms:modified xsi:type="dcterms:W3CDTF">2026-10-01T01:26:58Z</dcterms:modified>
</cp:coreProperties>
</file>