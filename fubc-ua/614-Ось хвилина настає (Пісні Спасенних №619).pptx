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хвилина настає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№619)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хвилина настає, настає,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вічність знову рік іде, рік іде...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за цей рік ти зробив, що зробив?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Звіт у всьому дай собі.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нині пригадай, пригадай,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ти Господу віддав, що віддав?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дух твій не горів, не горів?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ти підсумок зроби.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Вже, можливо, до кінця, до кінця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йде твоє земне життя, йде життя.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Підсумок за кожен крок, кожен крок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смерті зробить Бог.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2026-10-01T01:27:20Z</dcterms:created>
  <dcterms:modified xsi:type="dcterms:W3CDTF">2026-10-01T01:27:20Z</dcterms:modified>
</cp:coreProperties>
</file>