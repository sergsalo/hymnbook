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хвилюючий час...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хвилюючий час...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Відійшов рік і згас.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новий, рік новий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дає Бог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пройшов, ближче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чекає нас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вір і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вічності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собою несе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невідомий рік цей: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мить, щастя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бурю серцю чи мир?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пройшов, ближче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чекає нас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вір і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вічності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гряде – це в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все ж знаємо ми: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день, кожен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Бог наш іде.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пройшов, ближче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чекає нас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вір і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вічності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веде сильний Вождь,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Пастир,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путі,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опора і щит.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пройшов, ближче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чекає нас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вір і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вічності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Чуєм голос в душі: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для блага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лякайсь, не лякайсь,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покладайсь.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пройшов, ближче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чекає нас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вір і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вічності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горе –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– слав Бога сил.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уста, хай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величають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пройшов, ближче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чекає нас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вір і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вічності край.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2026-10-01T01:27:40Z</dcterms:created>
  <dcterms:modified xsi:type="dcterms:W3CDTF">2026-10-01T01:27:40Z</dcterms:modified>
</cp:coreProperties>
</file>