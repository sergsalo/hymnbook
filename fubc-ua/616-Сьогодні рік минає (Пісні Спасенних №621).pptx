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2/2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рік минає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№621)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Сьогодні рік 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пройшов він, наче мить...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ось ми, друзі, з вами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ідем у рік новий.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Господь нам в дні минулі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усюди помагав,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був захистом в час бурі,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вірі нас зміцняв.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на землі минає,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мов ранішня роса;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проходять і зникають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слава, і краса.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вічність нам відкрилась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милості Христа,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нас вже не лякає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невпинний біг життя.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Візьми ж нас, милий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 руку Сам веди,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Тобою переможем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спокуси і гріхи.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○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Твою пошли нам силу,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плід ми принесли,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мудро дні лічили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 святості жили.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9235440" y="6126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●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2026-10-01T01:28:03Z</dcterms:created>
  <dcterms:modified xsi:type="dcterms:W3CDTF">2026-10-01T01:28:03Z</dcterms:modified>
</cp:coreProperties>
</file>