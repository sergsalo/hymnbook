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 наш, Владико світу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 наш, Владико світу,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Життєдавець –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віки, й тисячоліття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Тебе, наче день один.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Невідомий рік майбутній,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весь – в руках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Тебе, Всемогутній,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присвятити дні свої!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наш вік у плині часу?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Промине, неначе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зірка в небі яснім,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спалахнувши, догорить.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Невідомий рік майбутній,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весь – в руках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Тебе, Всемогутній,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присвятити дні свої!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Наше тут життя – мов пара,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невловима і легка,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здіймається під хмари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непомітно там зника.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Невідомий рік майбутній,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весь – в руках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Тебе, Всемогутній,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присвятити дні свої!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наш вік? – Трава духмяна,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квітує і росте,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під сонцем враз зівʼяне,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спеку швидко пропаде.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Невідомий рік майбутній,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весь – в руках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Тебе, Всемогутній,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присвятити дні свої!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Ти найкраще знаєш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плинність нашого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людям Ти бажаєш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вічне майбуття.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Невідомий рік майбутній,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весь – в руках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Тебе, Всемогутній,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присвятити дні свої!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2026-10-01T01:28:24Z</dcterms:created>
  <dcterms:modified xsi:type="dcterms:W3CDTF">2026-10-01T01:28:24Z</dcterms:modified>
</cp:coreProperties>
</file>