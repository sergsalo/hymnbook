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вдячні ми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вдячні ми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наші всі прожиті дні.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цім році, що даєш нам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нас провадить Дух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ми день за днем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Твоєю милістю живем.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Твоя не має меж,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для життя нам все даєш.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рік минулий вдячні 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майбутнє ж наше знаєш 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Твоїх в мольбі несем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надії, плани, мрії – все.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дні скорбот, в години злі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радість наша й дивний мир.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посоромиш Ти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тих, хто Тобі віддавсь навік.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2026-10-01T01:28:45Z</dcterms:created>
  <dcterms:modified xsi:type="dcterms:W3CDTF">2026-10-01T01:28:45Z</dcterms:modified>
</cp:coreProperties>
</file>