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розкаже потік гомінливий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розкаже потік гомінливий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таємницю нікому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лісів і степів мовчазливих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течію несучи вдаль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розкаже, що сталось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 звичного плину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покрилося тіло водою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святого хрещення мого.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Христа я отримав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 радість, і щастя, і мир,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приймаючи водне хрещення,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завіт з Ним навіки вступив.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життя відрікаючись злого,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Ісусу себе віддавав,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жити тепер лиш для Нього,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вірним Йому до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Бог вислухав щиру молитву,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 серця неслась в небеса,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спокоєм сповнив Спаситель,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в повній мірі послав.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був свідком потік гомінливий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таємниці моєї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навіки тепер я щасливим,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Божу правду у день цей звершив.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2026-10-01T01:29:05Z</dcterms:created>
  <dcterms:modified xsi:type="dcterms:W3CDTF">2026-10-01T01:29:05Z</dcterms:modified>
</cp:coreProperties>
</file>