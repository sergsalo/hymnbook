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Ти бачиш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Ти бачиш мене,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 стремління душі.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Зміцни, Боже, серце моє,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навчи, як служити Тобі!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2786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023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929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веління Твої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звершати з любовʼю в житті.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дай сили мені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прославляти завжди.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7195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614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2520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мій, обновляй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постійно святі почуття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моє оживляй,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наповнюй Собою життя.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3946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5862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5768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сили, щоб серцем своїм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любові Твоїй я зростав,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вірний завітам святим,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ниві Твоїй працював.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8709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1100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1006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Рукою могутньою Сам,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мене проведи,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міг я в святих небесах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прославляти завжди.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0591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218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9124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дай сили мені,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хрест свій смиренно я ніс,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впав у земній боротьбі,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рясний плід для Тебе приніс.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48029" y="354558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50067" y="354558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47222" y="390563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2026-09-30T21:43:20Z</dcterms:created>
  <dcterms:modified xsi:type="dcterms:W3CDTF">2026-09-30T21:43:20Z</dcterms:modified>
</cp:coreProperties>
</file>