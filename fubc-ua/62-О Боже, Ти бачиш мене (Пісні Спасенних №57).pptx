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Боже, Ти бачиш мене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№57)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Боже, Ти бачиш мене,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 знаєш стремління душі.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Зміцни, Боже, серце моє,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навчи, як служити Тобі! :||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хочу веління Твої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звершати з любовʼю в житті.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О Боже, дай сили мені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Тебе прославляти завжди. :||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Спасителю мій, обновляй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постійно святі почуття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і серце моє оживляй,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наповнюй Собою життя. :||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сили, щоб серцем своїм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любові Твоїй я зростав,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був вірний завітам святим,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ниві Твоїй працював. :||</a:t>
            </a:r>
            <a:endParaRPr lang="en-US" sz="5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Рукою могутньою Сам,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Боже, мене проведи,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щоб міг я в святих небесах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Тебе прославляти завжди. :||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Боже, дай сили мені,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хрест свій смиренно я ніс,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не впав у земній боротьбі,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рясний плід для Тебе приніс. :||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2026-09-30T17:50:07Z</dcterms:created>
  <dcterms:modified xsi:type="dcterms:W3CDTF">2026-09-30T17:50:07Z</dcterms:modified>
</cp:coreProperties>
</file>