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ті, що в Христа хрестилися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ті, що в Христа хрестилися,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Христа одягнулися!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2026-10-01T01:29:25Z</dcterms:created>
  <dcterms:modified xsi:type="dcterms:W3CDTF">2026-10-01T01:29:25Z</dcterms:modified>
</cp:coreProperties>
</file>