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Чудовій вістці твердо вірю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Чудовій вістці твердо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 мене Ісус вмер на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вмер я навіки для гріха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знак того по вірі охрестивсь.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я для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жить щоб для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всякчас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був видний,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Святий, Ти мене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на хресті, свята лилася кров,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вона змила гріх з душі увесь.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для мене дав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це Йому подяка, слава й честь.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я для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жить щоб для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всякчас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був видний,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Святий, Ти мене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Вода, в яку занурювався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постійно нагадує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присвятив Христу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повіривши в Його слова святі.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я для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жить щоб для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всякчас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був видний,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Святий, Ти мене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Ісуса вчитись завжди буду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завжди по слідах Його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буду славити 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тут, і в Царстві вічної краси.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я для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жить щоб для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всякчас в мені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був видний,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Дух Святий, Ти мене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2026-10-01T01:29:45Z</dcterms:created>
  <dcterms:modified xsi:type="dcterms:W3CDTF">2026-10-01T01:29:45Z</dcterms:modified>
</cp:coreProperties>
</file>