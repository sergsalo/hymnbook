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день, чудовий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мене Син Божий спас!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Він в завіт вступив,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спокоєм серце наділив.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зі мною Сам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захищає від спокус.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день, коли Ісус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звільнив мене з гріховних уз!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Він Пастир добрий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став Його, я став не свій.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зі мною Сам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захищає від спокус.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день, коли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явився Він і я прозрів!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Вагання з серця Він прогнав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хвалу Йому віддав.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зі мною Сам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захищає від спокус.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день, коли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змінилось у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мої всі почуття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Духом обновив Святим.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зі мною Сам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захищає від спокус.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день, коли пізнав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душею я любов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серце Господа прийняв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щасливим став на все життя!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зі мною Сам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захищає від спокус.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дивний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мене простив!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2026-10-01T01:30:07Z</dcterms:created>
  <dcterms:modified xsi:type="dcterms:W3CDTF">2026-10-01T01:30:07Z</dcterms:modified>
</cp:coreProperties>
</file>