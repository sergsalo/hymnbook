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Берег людний і святковий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№629)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Берег людний і святковий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цю прекрасну пору дня,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свідчу я чужим й знайомим,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Христа навік прийняв.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я, Ісусе, в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пролиту кров Твою.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прийми навік до Себе,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сімʼю Свою святу!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Богом обіцяю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совість добру зберегти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через все життя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чистим пронести.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я, Ісусе, в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пролиту кров Твою.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прийми навік до Себе,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сімʼю Свою святу!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вагання душу й тіло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Христу віддав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тепер звіщаю сміло: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Христі життя придбав.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я, Ісусе, в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пролиту кров Твою.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прийми навік до Себе,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сімʼю Свою святу!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закінчиться. Я знаю: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спокій вічний увійду.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святих оселях раю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віддам хвалу Христу.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я, Ісусе, в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пролиту кров Твою.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прийми навік до Себе,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сімʼю Свою святу!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2026-10-01T01:30:28Z</dcterms:created>
  <dcterms:modified xsi:type="dcterms:W3CDTF">2026-10-01T01:30:28Z</dcterms:modified>
</cp:coreProperties>
</file>