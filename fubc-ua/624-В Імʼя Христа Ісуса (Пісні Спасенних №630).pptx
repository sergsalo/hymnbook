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Імʼя Христа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Імʼя Христа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Духа, і Отця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завіт вступають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все своє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кров свята омила,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благодать спасла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небо їм відкрила,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нове життя дала.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путь нову ступивши,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важливий роблять крок.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їм, Боже, сили,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їх не звів ніхто.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скорботах і спокусах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них віру укріпляй,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борні з гріхом,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їм перемогу дай.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Їм по вузькій дорозі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вірно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печалі і тривозі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відрадою будь Ти,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щиру віру в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несли крізь все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отримали у небі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вінець із рук Отця.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2026-10-01T01:30:49Z</dcterms:created>
  <dcterms:modified xsi:type="dcterms:W3CDTF">2026-10-01T01:30:49Z</dcterms:modified>
</cp:coreProperties>
</file>