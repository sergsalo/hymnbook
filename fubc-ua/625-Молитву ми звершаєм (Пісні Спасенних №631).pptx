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Молитву ми звершаєм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№631)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Молитву ми звершаєм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вірних слуг Твоїх,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благаєм: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благослови Ти їх.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 рукопокладанні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сила Божих слуг,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в благословінні,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підкріпляє дух.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в цей день прекрасний,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руку поклади;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праці повсякчасно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їм допоможи.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ревності в служінні,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силу й мудрість 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прикладом терпіння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стали вони усім.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благаєм,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духовно їх зміцняй,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свято й переможно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їм увійти у рай.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2026-10-01T01:31:12Z</dcterms:created>
  <dcterms:modified xsi:type="dcterms:W3CDTF">2026-10-01T01:31:12Z</dcterms:modified>
</cp:coreProperties>
</file>