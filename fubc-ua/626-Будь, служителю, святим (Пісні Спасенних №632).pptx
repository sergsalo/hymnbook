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Будь, служителю, святим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№632)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Будь, служителю, святим,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вірним Богу завжди,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надії твердо стій,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проповідуй правду.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Вірним Богу завжди будь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слові і ділах.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Нагороди вірних ждуть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славних небесах.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нічого не страшись,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віруй і мужайся,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завжди Господу молись,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Ним одним зміцняйся.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Вірним Богу завжди будь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слові і ділах.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Нагороди вірних ждуть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славних небесах.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Все, що в світі дороге,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бідне перед Богом,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сій лиш чисте і святе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буде нагорода.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Вірним Богу завжди будь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слові і ділах.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Нагороди вірних ждуть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славних небесах.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Слово істини неси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світ гріховний сміло,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мудрості згори проси,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звершуй Боже діло.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Вірним Богу завжди будь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слові і ділах.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Нагороди вірних ждуть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славних небесах.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2026-10-01T01:31:34Z</dcterms:created>
  <dcterms:modified xsi:type="dcterms:W3CDTF">2026-10-01T01:31:34Z</dcterms:modified>
</cp:coreProperties>
</file>