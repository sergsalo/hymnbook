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ми, Боже, просим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№633)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ми, Боже, просим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цей урочистий час: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благословінь хай роси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спадуть з небес на нас.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нашій Ти потребі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служителів нам дав.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Тепер ми просим в Тебе,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мудрість їм послав.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Свої дай настанови,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їм лагідність пошли,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щоби вони з любовʼю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звершати труд могли.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 повсякчасно з ними,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скорботах утішай,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для служіння сили,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терпінню їх навчай.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Веди їх, Боже, владно,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і вони вели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народ святий Твій завжди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так, як учиш Ти.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щиро просим в Тебе: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любовʼю нас зʼєднай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у бажане небо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йти вірно помагай.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2026-10-01T01:31:57Z</dcterms:created>
  <dcterms:modified xsi:type="dcterms:W3CDTF">2026-10-01T01:31:57Z</dcterms:modified>
</cp:coreProperties>
</file>