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ми обрали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№634)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Боже, ми обрали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служителів Твоїх.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Тебе ми всі благали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указав на них.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Духовний труд, служіння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їм довіряєм ми.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вони незмінно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скрізь вірними були.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Прийди в цей час важливий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руку поклади,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примнож в серцях їх віру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правді утверди.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 їм Своє терпіння,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вірі підкріпляй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Слова розуміння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їх серця вселяй.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Благослови їх сімʼї,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духовно підкріпляй,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будь з ними неодмінно,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труді допомагай.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були чутливі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всіх дітей Твоїх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шлях земний звершили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Ти повелів.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2026-10-01T01:32:17Z</dcterms:created>
  <dcterms:modified xsi:type="dcterms:W3CDTF">2026-10-01T01:32:17Z</dcterms:modified>
</cp:coreProperties>
</file>