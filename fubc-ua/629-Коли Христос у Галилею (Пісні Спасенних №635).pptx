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Христос у Галилею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Христос у Галилею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приходив з учнями на шлюб,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святою силою Своєю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звершив Він в Кані перше з чуд.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Свою яви!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благослови!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до нас як Гість небесний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пару цю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скріпи союз в любові й честі,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вірності вони жили.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Свою яви!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благослови!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щастя в цьому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світлого Твого лиця;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дай Твоїм прожити дітям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щасливо й вірно до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Свою яви!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благослови!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закріпи союз подружжя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все призначене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прожила сімʼя ця дружно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Тебе прославити могла.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славу Свою яви!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Господи!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благослови!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2026-10-01T01:32:39Z</dcterms:created>
  <dcterms:modified xsi:type="dcterms:W3CDTF">2026-10-01T01:32:39Z</dcterms:modified>
</cp:coreProperties>
</file>