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я Тебе благаю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я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 мене, почуй,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серці ніч відчаю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знеміг в борні мій дух.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мій, з палким молінням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я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очисть моє сумління,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підкріпи мою.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Прихилися, Отче вічний,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не залишай;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нещасний, безутішний,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мені Свій спокій 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Дні минулі жив в неправді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усі гріхи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шлях святий направив,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Тобі всі дні служив.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 ласкавий,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надійний захист мій;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 мене,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дай душі моїй.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лише бажаю: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бути, Господи, Твоїм;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даєш прощення, знаю,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вічну радість, мир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2026-09-30T17:50:15Z</dcterms:created>
  <dcterms:modified xsi:type="dcterms:W3CDTF">2026-09-30T17:50:15Z</dcterms:modified>
</cp:coreProperties>
</file>