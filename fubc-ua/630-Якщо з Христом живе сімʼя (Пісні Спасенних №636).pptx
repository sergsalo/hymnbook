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з Христом живе сімʼя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№636)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з Христом живе сімʼя,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благодать свята,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гріха не терплять там в серцях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щасливе їх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наш, любов пошли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щедро їх благослови,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зроби із двох сердець одне,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разом славили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Господа любов горить,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єдність, мир святий,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Бог до них благоволить,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дарує радість їм.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наш, любов пошли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щедро їх благослови,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зроби із двох сердець одне,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разом славили Тебе.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благодать Господь Свою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проллє на молодих,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благословить хай цю сімʼю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рясних щедрот Своїх.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 наш, любов пошли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щедро їх благослови,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зроби із двох сердець одне,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разом славили Тебе.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2026-10-01T01:33:02Z</dcterms:created>
  <dcterms:modified xsi:type="dcterms:W3CDTF">2026-10-01T01:33:02Z</dcterms:modified>
</cp:coreProperties>
</file>