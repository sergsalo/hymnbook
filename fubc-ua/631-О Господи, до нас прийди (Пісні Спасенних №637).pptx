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до нас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№637)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до нас прийди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шлюб благослови,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зʼєднай любовʼю назавжди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щасливих молодих.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Віднині дай їм шлях один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серце дай одне,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пронесли любов вони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крізь все життя земне.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Немов води потік живий,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 свята любов;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благословінь струмок новий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ллється на обох.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можеш більше дати 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ніж просимо всі ми;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ніколи милостей Своїх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віднімай від них.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буде хай Твоя рука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ними в кожний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щоденно їх благословляй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наших молитвах.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Допоможи життєвий шлях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згоді їм пройти,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бути в світлих небесах,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їх чекаєш 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2026-10-01T01:33:22Z</dcterms:created>
  <dcterms:modified xsi:type="dcterms:W3CDTF">2026-10-01T01:33:22Z</dcterms:modified>
</cp:coreProperties>
</file>