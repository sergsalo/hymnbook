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Дай, Боже, їм щастя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№639)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Дай, Боже, їм щастя,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житті помагай,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бур, від нещастя,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зла захищай.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вірно, у згоді вони проживуть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світло любові всім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ближнім несуть.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міцно зʼєднає їх щира любов,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 горі і в щасті були, як одно.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мудрість їм,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щоб вірні були,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Твій страх і побожність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душі всели.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їх наповняє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постійно Твій Дух,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хай памʼятають,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Ти – вірний Друг.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2026-10-01T01:33:42Z</dcterms:created>
  <dcterms:modified xsi:type="dcterms:W3CDTF">2026-10-01T01:33:42Z</dcterms:modified>
</cp:coreProperties>
</file>