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||:7-7:||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||:7-7:||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згода в сімействі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№640)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згода в сімействі,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мир і тишина,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щасливі там люди,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блаженна сторона.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Їх Бог благословляє,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добро їм посилає,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ними Він живе,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щастя їм дає.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згоди немає,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спокій не царить,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Бог не вітає,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добра їм не дарить.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Руйнуються пожитки;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добро і їхні дітки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марно пропаде.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12136" y="55290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85960" y="55290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85020" y="55062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Даруй, Боже, згоду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мир у цю сімʼю,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радість в господу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любов святу Твою.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Даруй щасливу долю,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являй Свою їм волю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їх благослови.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286404" y="55290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1692" y="55290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10752" y="55062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2026-10-01T01:34:04Z</dcterms:created>
  <dcterms:modified xsi:type="dcterms:W3CDTF">2026-10-01T01:34:04Z</dcterms:modified>
</cp:coreProperties>
</file>