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я, щоб весь мій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я, щоб весь мій дім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о Господи, служив.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сили дай, щоб в домі цім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сам побожно й свято жив.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23505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4591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9841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завжди в житті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бути прикладом для тих,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ким я в сімʼї одній живу,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сердечно я люблю.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1922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887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7793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Палке бажання маю я,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і вся моя сімʼя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серцях своїх створили храм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Твоїм Божественним словам.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03503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593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89843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Ісусе, віддаю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і всю свою сімʼю.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Сердечну вислухай мольбу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ласку прояви Свою.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926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54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0449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2026-10-01T01:34:26Z</dcterms:created>
  <dcterms:modified xsi:type="dcterms:W3CDTF">2026-10-01T01:34:26Z</dcterms:modified>
</cp:coreProperties>
</file>