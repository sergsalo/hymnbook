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Отче, ми у вірі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Отче, ми у вірі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Тебе йдем,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молитві нашій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дитя несем.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Боже!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мале дитя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Тобі лиш доручаєм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усе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Твоя рука всесильна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дитя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зла й гріха постійно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береже.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Боже!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мале дитя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Тобі лиш доручаєм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усе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це дитятко миле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палкій мольбі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Анна Самуїла,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несемо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Боже!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мале дитя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Тобі лиш доручаєм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усе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2026-10-01T01:34:47Z</dcterms:created>
  <dcterms:modified xsi:type="dcterms:W3CDTF">2026-10-01T01:34:47Z</dcterms:modified>
</cp:coreProperties>
</file>