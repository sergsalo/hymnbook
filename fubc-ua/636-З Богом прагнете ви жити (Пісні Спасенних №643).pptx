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Богом прагнете ви жити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№643)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Богом прагнете ви 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з Ним у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нехай і ваші діти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знають Бога, як Отця.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батьки, своїх всіх діток,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Господь подарував,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приведіть до ніг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й за них Він постраждав.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мати, ти про Спаса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розкажи дочці своїй,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любов Його прекрасна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покорила і її.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батьки, своїх всіх діток,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Господь подарував,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приведіть до ніг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й за них Він постраждав.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Батьку, ти своєму сину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Спасителя звіщай,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прощає Він провини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дає спасенним рай.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батьки, своїх всіх діток,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Господь подарував,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приведіть до ніг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й за них Він постраждав.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батьки, розповідайте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дітям завжди про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весь час за них благайте,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спасенним кожен став.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батьки, своїх всіх діток,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Господь подарував,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приведіть до ніг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й за них Він постраждав.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2026-10-01T01:35:10Z</dcterms:created>
  <dcterms:modified xsi:type="dcterms:W3CDTF">2026-10-01T01:35:10Z</dcterms:modified>
</cp:coreProperties>
</file>