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подяку, Боже дивний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№644)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подяку, Боже дивний,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дорогих дітей усіх.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Вони до болю серцю милі,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обличчя їх і голоси.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5445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4364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42701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них постійно вболіваю,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них я часто сльози ллю,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мольбі своїй Тебе благаю,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милість їм явив Свою.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9326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482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03889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їм Твою пізнати волю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покоритись дай Тобі,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любовʼю їх торкнись святою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будь їм поміччю в біді.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09750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058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99647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відроди їх, дай їм сили,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почали життя святе;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моїх дітей, о Боже милий,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в число Своїх дітей.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9161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648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0554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2026-10-01T01:35:32Z</dcterms:created>
  <dcterms:modified xsi:type="dcterms:W3CDTF">2026-10-01T01:35:32Z</dcterms:modified>
</cp:coreProperties>
</file>