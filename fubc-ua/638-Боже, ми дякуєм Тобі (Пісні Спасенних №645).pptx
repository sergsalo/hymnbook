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ми дякуєм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№645)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ми дякуєм Тобі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хліб щоденний на столі,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хліб щоденний,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хліб щоденний на столі.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6171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3637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35437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тіло наше наситив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дух слабкий наш підкріпи,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дух слабкий наш,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дух слабкий наш підкріпи.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6794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3015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2921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Силу Святого Духа дай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 в вірі укріпляй,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 в вірі,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 в вірі укріпляй.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2311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7498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404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сил, щоб вірними були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свято в світі ми жили,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свято в світі,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свято в світі ми жили.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5013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796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702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буде честь, хвала Тобі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віки вічнії, амінь.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віки вічні,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віки вічнії, амінь.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6987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2822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2728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2026-10-01T01:35:54Z</dcterms:created>
  <dcterms:modified xsi:type="dcterms:W3CDTF">2026-10-01T01:35:54Z</dcterms:modified>
</cp:coreProperties>
</file>