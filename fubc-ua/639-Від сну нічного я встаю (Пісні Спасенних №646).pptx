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сну нічного я встаю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№646)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сну нічного я встаю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всім своїм єством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Тобі, Ісусе, віддаюсь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цілий день я знов.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358542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39554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38614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усюди бережи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від спокус і зла,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духовних і фізичних сил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праці посилай.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16809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81287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0347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молитві щирій і палкій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іду до Тебе я.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славиться в цей день новий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Твоє святе Імʼя.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25866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3942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38488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2026-10-01T01:36:15Z</dcterms:created>
  <dcterms:modified xsi:type="dcterms:W3CDTF">2026-10-01T01:36:15Z</dcterms:modified>
</cp:coreProperties>
</file>