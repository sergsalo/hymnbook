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серце страх наляже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серце страх наляже,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тримай.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смуток душу звʼяже,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тримай.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Спасителю всесильний,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тримай.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можу сам триматись,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тримай.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 Тебе покладатись,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тримай.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Спасителю всесильний,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тримай.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добрий час, у пору 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тримай.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недолі і в нещасті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тримай.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Спасителю всесильний,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тримай.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Захисти мене в спокусах,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тримай.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купив мене,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тримай.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Спасителю всесильний,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тримай.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2026-09-30T17:50:22Z</dcterms:created>
  <dcterms:modified xsi:type="dcterms:W3CDTF">2026-09-30T17:50:22Z</dcterms:modified>
</cp:coreProperties>
</file>