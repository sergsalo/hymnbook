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Минула ніч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№647)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Минула ніч, і день настав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за це Тобі!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спокій, Боже, посилав,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був захистом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сьогодні в праці помагай,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керуй життям моїм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знову, Господи, навчай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добро робити всім.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2026-10-01T01:36:38Z</dcterms:created>
  <dcterms:modified xsi:type="dcterms:W3CDTF">2026-10-01T01:36:38Z</dcterms:modified>
</cp:coreProperties>
</file>