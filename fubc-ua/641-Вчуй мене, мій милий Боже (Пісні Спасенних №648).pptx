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Вчуй мене, мій милий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Вчуй мене, мій милий Боже,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сон благослови,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сні будь біля мене,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світанку стережи.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5750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059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3965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Цілий день мене беріг 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одягав і годував.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дякую Тобі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дари ті, що Ти 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4434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375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281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прости мої провини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сон благослови,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 вранці знов до праці,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Спасе, Ти мене збуди.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6883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926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2832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2026-10-01T01:36:58Z</dcterms:created>
  <dcterms:modified xsi:type="dcterms:W3CDTF">2026-10-01T01:36:58Z</dcterms:modified>
</cp:coreProperties>
</file>