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Ніч прийшла на землю знову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№649)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Ніч прийшла на землю знову,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сон спокійний дай.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Вдень мені Ти був покровом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вночі не залишай.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я винен знову,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й сьогодні я згрішив.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прости й покрий любовʼю,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тілу сон дай, мир – душі.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2026-10-01T01:37:19Z</dcterms:created>
  <dcterms:modified xsi:type="dcterms:W3CDTF">2026-10-01T01:37:19Z</dcterms:modified>
</cp:coreProperties>
</file>