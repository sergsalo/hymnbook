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відпочинок хочу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відпочинок хочу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порі нічній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Ти, Боже, захисти,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тримай в руці Своїй.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Ти всюди бережеш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вдень, так і вночі;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тілу сон пошлеш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по волі я Твоїй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вже засну,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до Себе дух тоді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країну неземну.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2026-10-01T01:37:41Z</dcterms:created>
  <dcterms:modified xsi:type="dcterms:W3CDTF">2026-10-01T01:37:41Z</dcterms:modified>
</cp:coreProperties>
</file>