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Отче дорогий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Отче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все хвала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добродійства всі Твої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цім минулім дні.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Вночі, коли ми заснемо,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сон спокійний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вранці підніми нас знов,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праці помагай.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Зміцняй духовні сили в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скорботах утішай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бережи у кожен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 небесний край.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2026-10-01T01:38:03Z</dcterms:created>
  <dcterms:modified xsi:type="dcterms:W3CDTF">2026-10-01T01:38:03Z</dcterms:modified>
</cp:coreProperties>
</file>