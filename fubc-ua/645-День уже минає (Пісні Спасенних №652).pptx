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 уже минає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№652)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 уже минає,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наступає ніч,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пітьма прикриває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знову кожну річ.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на синім небі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миготять зірки,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тихим сном заснули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квіти і пташки.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маленьких діток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сон вже переміг,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Господній ангел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береже їх всіх.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дай спочинок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нашим діточкам,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сторожем вночі будь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всім мандрівникам.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Всякий біль в цю нічку,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усмири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до злого вчинку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не допусти.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Наглядай, наш Боже,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 народом всім,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 святий і спокій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посилай в наш дім.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Завтра нас уранці,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пробуди,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так, як Ти бажаєш,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шляху веди.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могли з Тобою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 почати свій,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бережи нас, Боже,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руці Своїй.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2026-10-01T01:38:23Z</dcterms:created>
  <dcterms:modified xsi:type="dcterms:W3CDTF">2026-10-01T01:38:23Z</dcterms:modified>
</cp:coreProperties>
</file>