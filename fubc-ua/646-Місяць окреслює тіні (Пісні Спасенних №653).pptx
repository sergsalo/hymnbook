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Місяць окреслює тіні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Місяць окреслює тіні,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тиша навколо нічна,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мама стоїть на колінах,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молиться Богу вона.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чому діти солодко сплять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тому, що за них моляться мами.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з бідою стикнуся,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смуток огорне мене,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ж, як не мила матуся,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молитись почне?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чому стане легко й тоді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за мене завжди молиться мама.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пролітає нестримно,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за мене щодня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в серці настійно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молиться Богу вона.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чому все на благо мені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за мене завжди молиться мама.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Інеєм срібним покрились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мамині коси уже;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добре, що з ранніх літ вчила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молитись мене.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чому став Спаситель моїм –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за мене завжди мама молилась.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2026-10-01T01:38:45Z</dcterms:created>
  <dcterms:modified xsi:type="dcterms:W3CDTF">2026-10-01T01:38:45Z</dcterms:modified>
</cp:coreProperties>
</file>