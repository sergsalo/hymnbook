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Колись, як був іще дитям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Колись, як був іще дитям,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памʼять зберегла,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часто мамі завдавав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багато горя й зла.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вона на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скінчила шлях земний.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 їй, мій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Твій, що я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звершала мама вдень і уночі.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Прийду я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зустрінусь з нею там;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Ісусе, мамі,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Твій, що я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часто неслухняним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печаль приносив 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завжди лагідно вона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прощала все мені.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дитинстві з нею радість й сум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ділили ми навпіл,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Ісусе, мамі,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Твій, що я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звершала мама вдень і уночі.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Прийду я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зустрінусь з нею там;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Ісусе, мамі,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Твій, що я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потім, як той блудний син,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залишив дім отця,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поранив серце їй тоді,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відкинувши Творця.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Вона ж приносила Тобі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в мольбі своїй,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 їй, мій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Твій, що я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звершала мама вдень і уночі.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Прийду я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зустрінусь з нею там;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Ісусе, мамі,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Твій, що я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враз почув тривожну вість: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«Вже при смерті вона.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Спіши побачити її,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жде тебе сумна».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Тоді, вернувшись в отчий дім,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 обіцянку їй,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буду я навік, Ісусе,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Твій, буду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знаю, що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мене молитви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звершала мама вдень і уночі.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Прийду я в небеса,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зустрінусь з нею там;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скажи, Ісусе, мамі,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я Твій, що я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2026-10-01T01:39:06Z</dcterms:created>
  <dcterms:modified xsi:type="dcterms:W3CDTF">2026-10-01T01:39:06Z</dcterms:modified>
</cp:coreProperties>
</file>