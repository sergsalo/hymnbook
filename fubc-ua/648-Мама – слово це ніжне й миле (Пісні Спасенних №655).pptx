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Мама – слово це ніжне й миле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№655)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Мама – слово це ніжне й миле.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Мама! Скільки в ній доброти!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Мама на руках нас носила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нас берегла від біди.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6573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3236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3142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Мама! Як вона хвилювалась,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зазнавала тривог!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Зморшки й сивина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додавались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бачив це всевидячий Бог.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74978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23118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178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нас буде в горі втішати?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так, як матуся, простить?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так зможе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співчувати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горі і в скорботах усіх?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46682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51414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5047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Ніжність проявляймо до мами,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ми її бережім.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мами скоро не стане: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візьме Бог її в вічний дім.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8010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1798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1704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памʼятай: доведеться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жати все, що сіяв в житті.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Маму поважай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і всміхнеться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щастя, мир і радість тобі.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81302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6794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1585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2026-10-01T01:39:28Z</dcterms:created>
  <dcterms:modified xsi:type="dcterms:W3CDTF">2026-10-01T01:39:28Z</dcterms:modified>
</cp:coreProperties>
</file>