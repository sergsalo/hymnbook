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Пташок маленьких любить Бог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№656)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Пташок маленьких любить Бог,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їм їжу подає.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пташок Він любить так,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любить і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любить Він! Так, любить Він!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знаю: любить Він!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Маленьких діток любить Бог,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любить і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любить лілії в полях,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річенька тече.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Він любить квіточки,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любить і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любить Він! Так, любить Він!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знаю: любить Він!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Маленьких діток любить Бог,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любить і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пташкам і квіточкам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усім життя дає;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не забуде діточок,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також і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любить Він! Так, любить Він!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знаю: любить Він!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Маленьких діток любить Бог,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любить і мене.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2026-10-01T01:39:50Z</dcterms:created>
  <dcterms:modified xsi:type="dcterms:W3CDTF">2026-10-01T01:39:50Z</dcterms:modified>
</cp:coreProperties>
</file>