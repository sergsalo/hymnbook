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наш, благослови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наш, благослови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потіш дітей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спрагнені серця веди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Твоїх джерел святих.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надія на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спасіння для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лютує буревій,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ми – в руці Твоїй.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горя та знегод,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Спасе, з нами будь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веди нас, Твій народ,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бажаної мети.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надія на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спасіння для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лютує буревій,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ми – в руці Твоїй.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 вірі нас зміцняй,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опорою в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ввійшли в небесний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зберуться всі святі.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надія на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спасіння для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лютує буревій,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ми – в руці Твоїй.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2026-09-30T17:50:31Z</dcterms:created>
  <dcterms:modified xsi:type="dcterms:W3CDTF">2026-09-30T17:50:31Z</dcterms:modified>
</cp:coreProperties>
</file>