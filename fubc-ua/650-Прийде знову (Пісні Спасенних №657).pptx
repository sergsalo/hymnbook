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Прийде знову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№657)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Прийде знову, прийде знову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землю Спаситель,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візьме перли найдорожчі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маленьких діток.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Ніби яснії зорі,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вночі в небі сяють,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і дітки засяють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Царстві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Спаситель забере їх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край Свій небесний,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землі Він візьме діток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любимих Своїх.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Ніби яснії зорі,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вночі в небі сяють,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і дітки засяють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Царстві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із діток щирим серцем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Спасителя любить,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ті, як дивні самоцвіти,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засяють в раю.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Ніби яснії зорі,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вночі в небі сяють,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і дітки засяють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Царстві Христа.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2026-10-01T01:40:13Z</dcterms:created>
  <dcterms:modified xsi:type="dcterms:W3CDTF">2026-10-01T01:40:13Z</dcterms:modified>
</cp:coreProperties>
</file>