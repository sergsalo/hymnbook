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мій Ісус мене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№658)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мій Ісус мене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твердо вірю я у це.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Кличе Він дітей усіх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бере на руки їх.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Ісус,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 – твердо вірю я у це.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людей усіх спасти,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постраждав Він на хресті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за мене кров пролив,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нею Він мене омив.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Ісус,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 – твердо вірю я у це.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– мій Пастир дорогий,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в руці Його святій,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нічого не боюсь,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береже мене Ісус.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Ісус, любить мене!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Любить Ісус – твердо вірю я у це.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2026-10-01T01:40:35Z</dcterms:created>
  <dcterms:modified xsi:type="dcterms:W3CDTF">2026-10-01T01:40:35Z</dcterms:modified>
</cp:coreProperties>
</file>