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№659)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для діток малих,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Спаситель зібрав їх туди.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чудові струмочки живої води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напувають завжди душі їх.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у небі яснім для дітей.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Христос приготовив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чудовий той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 для дітей.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Діти чують там радісний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ангельський спів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немеркнучу бачать красу,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пісню слави співають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Ісусу Христу,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в Царство їх вічне привів.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у небі яснім для дітей.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Христос приготовив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чудовий той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 для дітей.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 небесний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дітей всіх зібрав,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щастям вічним насичує 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царює в раю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діток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для них дивний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цей придбав.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у небі яснім для дітей.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Христос приготовив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чудовий той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 для дітей.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Діти в Царстві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Господнім зібралися всі,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веселяться у райськім саду,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віддають там Творцеві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подяку й хвалу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небесній чудовій красі.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у небі яснім для дітей.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Христос приготовив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чудовий той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радісний край для дітей.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2026-10-01T01:40:58Z</dcterms:created>
  <dcterms:modified xsi:type="dcterms:W3CDTF">2026-10-01T01:40:58Z</dcterms:modified>
</cp:coreProperties>
</file>