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Ісус зове діток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№660)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Ісус зове діток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збирає їх в гурток,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Він до Себе 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ягняток дорогих.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Ісус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Він, кличе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райський Свій садок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Божий Син.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Діточки, свої серця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зберігайте для Творця.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Тільки чистії уста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можуть славити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Ісус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Він, кличе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райський Свій садок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Божий Син.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Дітки, всі до одного,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заклик слухайте Його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 Спаситель кличе всіх,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тож до Нього йдіть скоріш.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Ісус діток,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Він, кличе Він.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райський Свій садок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Божий Син.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2026-10-01T01:41:21Z</dcterms:created>
  <dcterms:modified xsi:type="dcterms:W3CDTF">2026-10-01T01:41:21Z</dcterms:modified>
</cp:coreProperties>
</file>