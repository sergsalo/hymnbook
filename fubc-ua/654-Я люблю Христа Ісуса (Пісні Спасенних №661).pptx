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Христа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люблю Христа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моїх дитячих літ,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постійно в Нього вчуся,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любов нести у світ.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мене, Він любить!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любить Він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помер за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любить Він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Христі моє спасіння,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Його святих руках.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подяка і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в серці й на устах!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мене, Він любить!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любить Він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помер за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любить Він мене.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я непереможний,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завжди жити з Ним.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Христос мені поможе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за Ним шляхом вузьким.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Він мене, Він любить!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любить Він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хресті помер за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знаю: любить Він мене.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2026-10-01T01:41:43Z</dcterms:created>
  <dcterms:modified xsi:type="dcterms:W3CDTF">2026-10-01T01:41:43Z</dcterms:modified>
</cp:coreProperties>
</file>