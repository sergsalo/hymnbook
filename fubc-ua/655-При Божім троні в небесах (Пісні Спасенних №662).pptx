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Божім троні в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№662)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Божім троні в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зібрались діточки,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співають радісні пісні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сяють, як зірки.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там, і там, і там, і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радіють у Христі, Христі,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там, і там, і там, і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співають всі, усі.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їх у небо привело,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 Божої краси?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туди, де вічний мир,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вони, малі, ввійшли?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там, і там, і там, і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радіють у Христі, Христі,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там, і там, і там, і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співають всі, усі.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них Спаситель кров пролив,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змити всякий гріх,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кожний з них у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повіки жити міг.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там, і там, і там, і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радіють у Христі, Христі,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там, і там, і там, і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співають всі, усі.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Любили Господа вони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свої короткі дні.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славили Його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взяв їх від землі.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там, і там, і там, і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радіють у Христі, Христі,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там, і там, і там, і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співають всі, усі.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2026-10-01T01:42:05Z</dcterms:created>
  <dcterms:modified xsi:type="dcterms:W3CDTF">2026-10-01T01:42:05Z</dcterms:modified>
</cp:coreProperties>
</file>