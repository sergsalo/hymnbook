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Недалеко за рікою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№663)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Недалеко за рікою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берег вічного життя,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ідем туди з хвалою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Спасителя Христа.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Будем з вірою живою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йти у вічний Ханаан.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Всіх спасенних в край спокою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приведе Спаситель Сам.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рікою нас чекає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місто дивне золоте,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пісні хвали лунають,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віра нас туди веде.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Будем з вірою живою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йти у вічний Ханаан.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Всіх спасенних в край спокою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приведе Спаситель Сам.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Ніч холодна над рікою,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за нею – світло дня.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чудовий край спокою,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з Христом нове життя.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Будем з вірою живою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йти у вічний Ханаан.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Всіх спасенних в край спокою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приведе Спаситель Сам.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Друзів, рідних там зустрінем,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увійдем в Отчий дім.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Спаситель всіх нас прийме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навіки будем з Ним.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Будем з вірою живою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йти у вічний Ханаан.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Всіх спасенних в край спокою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приведе Спаситель Сам.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2026-10-01T01:42:27Z</dcterms:created>
  <dcterms:modified xsi:type="dcterms:W3CDTF">2026-10-01T01:42:27Z</dcterms:modified>
</cp:coreProperties>
</file>