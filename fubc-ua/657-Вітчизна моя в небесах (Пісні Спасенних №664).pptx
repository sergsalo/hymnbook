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туди пориваюся я, в небеса.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відкуплені Богом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прославляють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жде мене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готує оселю святу в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забуду скорботи і страх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прекраснім, блаженнім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раю,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скоро скінчиться тяжкий,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ввійду у ясні небеса, в небеса.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чекає блаженство і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безконечне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небесах,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Вітчизна моя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2026-10-01T01:42:49Z</dcterms:created>
  <dcterms:modified xsi:type="dcterms:W3CDTF">2026-10-01T01:42:49Z</dcterms:modified>
</cp:coreProperties>
</file>