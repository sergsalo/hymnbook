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небагато нам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№665)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небагато нам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лишилося тут іти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стежці вузькій в Ханаан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хрест нелегкий нести.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велить Сам Бог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поки ще сили є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праці на ниві Його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присвятім своє.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небагато днів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трудитись лишилось нам,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ввійдем у вічний свій дім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будемо в славі там.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2026-10-01T01:43:12Z</dcterms:created>
  <dcterms:modified xsi:type="dcterms:W3CDTF">2026-10-01T01:43:12Z</dcterms:modified>
</cp:coreProperties>
</file>