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||:2-2:||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||:2-2:||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 · ||:2-2:||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спокій тіло несемо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спокій тіло несемо,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землі схоронимо його.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38808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59288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58348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«Усі помруть» – так Бог звелів,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за гріх Він осудив.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43990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4106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53166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скоро день за днем летить!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Життя, мов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хвиля, пробіжить.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99740" y="315163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98356" y="315163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97416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Турботам прийде всім кінець,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покличе в вічність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Творець.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00350" y="315163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97746" y="315163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96806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браття й сестри, всі туди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час ми маєм відійти.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07236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0860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9920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людям вік установив,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часом дорожив.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71905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6191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25251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Мине життя земного час...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вічності чекає нас?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59560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8536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37596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Сина в світ Свого послав,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в Нім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мав.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46400" y="315163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1696" y="315163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50756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2026-10-01T01:43:34Z</dcterms:created>
  <dcterms:modified xsi:type="dcterms:W3CDTF">2026-10-01T01:43:34Z</dcterms:modified>
</cp:coreProperties>
</file>