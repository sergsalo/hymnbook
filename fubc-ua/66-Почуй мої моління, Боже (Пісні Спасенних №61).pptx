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мої моління,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мої моління,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Тебе благаю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утри мої скорботні сльози: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Тебе покладаюсь 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моя молитва лине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ніби фіміам,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прагне безупинно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чудовий Твій небесний храм.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всім серцем я благаю: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за те, що я згрішив,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знов в земному краї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ділами прогнівив.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усі мої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скорботне серце укріпи,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безрадісні, тяжкі 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мені для боротьби.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 в оселі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іти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я Тебе благаю: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мої моління всі.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2026-09-30T17:50:38Z</dcterms:created>
  <dcterms:modified xsi:type="dcterms:W3CDTF">2026-09-30T17:50:38Z</dcterms:modified>
</cp:coreProperties>
</file>