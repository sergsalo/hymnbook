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які сумні хвилини!..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№667)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які сумні хвилини!..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нами – тлінний прах;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руки від трудів спочили,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холод смерті на устах.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людини тіло смертне,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її зове Творець,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дати їй життя вінець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вічнім, в небі вічнім.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ніколи не поллється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ніжне слово з уст німих,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схвилюється вже серце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шляху скорбот земних.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людини тіло смертне,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її зове Творець,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дати їй життя вінець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вічнім, в небі вічнім.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«Порох ти, людино, й знову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повернешся туди»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сповняється це слово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людьми в усі віки.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людини тіло смертне,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її зове Творець,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дати їй життя вінець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вічнім, в небі вічнім.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дивний час настане: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зникне смерть навік і зло,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Божі діти з мертвих встануть,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 житимуть з Христом.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людини тіло смертне,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її зове Творець,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дати їй життя вінець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вічнім, в небі вічнім.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2026-10-01T01:43:55Z</dcterms:created>
  <dcterms:modified xsi:type="dcterms:W3CDTF">2026-10-01T01:43:55Z</dcterms:modified>
</cp:coreProperties>
</file>