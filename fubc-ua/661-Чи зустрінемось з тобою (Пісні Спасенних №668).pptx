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зустрінемось з тобою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№668)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зустрінемось з тобою,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святі усі живуть,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спокійною рікою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води чистії течуть?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зустрінемось з тобою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світлою, чудовою рікою,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усі з величною хвалою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славити завжди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 Творцем святим і нами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розділення зробив,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 Христова нас зʼєднала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нашим Богом назавжди.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зустрінемось з тобою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світлою, чудовою рікою,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усі з величною хвалою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славити завжди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над світлою рікою,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 будемо з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чудовою хвалою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змовкатиме псалом.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зустрінемось з тобою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світлою, чудовою рікою,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усі з величною хвалою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славити завжди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зустрінемось з тобою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спокої і красі,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 будем над рікою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Бога славити усі.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зустрінемось з тобою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світлою, чудовою рікою,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усі з величною хвалою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славити завжди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2026-10-01T01:44:18Z</dcterms:created>
  <dcterms:modified xsi:type="dcterms:W3CDTF">2026-10-01T01:44:18Z</dcterms:modified>
</cp:coreProperties>
</file>