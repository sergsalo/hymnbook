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дні на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дні на землі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мов бурхлива ріка,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наче пташки політ,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у небо зліта.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8152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656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1562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Швидкоплинне життя,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наче тінь, промине,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відлетить в небуття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дочасне, земне.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6689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119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3025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Ніби цвіт на траві,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уранці зацвів,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до вечора він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зівʼяв, пожовтів.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3680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6129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6035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дні, ніби стук,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удар молотка,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мов стихаючий звук,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зникає життя.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5646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4163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069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ти думав про те,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коротке життя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що ти скоро помреш,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твоє майбуття?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0065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744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650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вагайся ж, прийди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віддайся Христу!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Знайдеш спокій святий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життя повноту.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3131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6678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6584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2026-10-01T01:44:41Z</dcterms:created>
  <dcterms:modified xsi:type="dcterms:W3CDTF">2026-10-01T01:44:41Z</dcterms:modified>
</cp:coreProperties>
</file>