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 · rows:2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 · rows:2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 · rows:2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 · rows:2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ввійдемо всі в Отчий дім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№670)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ввійдемо всі в Отчий дім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і, може, навіть скоро.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Мине навік пора скорбот,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розсіється все горе!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ввійдем всі 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може, навіть скоро.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640203" y="275539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57893" y="275539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56953" y="312877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як чудово буде там,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світло Боже сяє,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пісня радості завжди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 уст святих лунає!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ввійдем всі 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може, навіть скоро.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640203" y="275539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57893" y="275539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56953" y="312877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Надія наша у Христі,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Нім сила і опора.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нам готує вічний дім,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туди ми ввійдем скоро.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ввійдем всі 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може, навіть скоро.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640203" y="275539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57893" y="275539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56953" y="312877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вічний дім! У нім однім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серця тривог не знають.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з радістю туди йдемо: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нас Христос чекає!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ввійдем всі 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може, навіть скоро.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640203" y="275539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57893" y="275539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56953" y="312877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2026-10-01T01:45:02Z</dcterms:created>
  <dcterms:modified xsi:type="dcterms:W3CDTF">2026-10-01T01:45:02Z</dcterms:modified>
</cp:coreProperties>
</file>