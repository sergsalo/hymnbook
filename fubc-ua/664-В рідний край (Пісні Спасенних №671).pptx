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рідний край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№671)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рідний край, в рідний край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серцем лину 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щастя, радість вся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забуду сум, відчай.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Цей світ чужий душі моїй,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милий він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знайду я спокій неземний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небесній стороні.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небесах, в небесах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здійснення надій.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скільки любих в тих краях,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там Спаситель мій!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цьому світі серед зла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стомивсь я в боротьбі,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душа моя знайшла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блаженство у Христі.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я, скоро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рідний край ввійду.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Встає зоря нового дня,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часи жадані йдуть.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Чого ніколи на землі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бачив я й не знав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спасенним всім Своїм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навік приготував.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2026-10-01T01:45:23Z</dcterms:created>
  <dcterms:modified xsi:type="dcterms:W3CDTF">2026-10-01T01:45:23Z</dcterms:modified>
</cp:coreProperties>
</file>