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мій Отець 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гість тут, на землі,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шлях лежить в імлі,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безліч скорбот на нім,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72869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5227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4287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Недовгий шлях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бій з гріхом важкий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промине, як сон,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 я з Христом,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радіти з Ним,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27554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70542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69602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святий народ,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Стріне мене Господь;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радіти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домі мого Отця,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вічнім краю святім,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65807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2289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134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важко хрест нести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 буду вірно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Сам Христос страждав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дати обіцяв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славний вінець мені;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 небі дім!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0025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8071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7131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2026-10-01T01:45:44Z</dcterms:created>
  <dcterms:modified xsi:type="dcterms:W3CDTF">2026-10-01T01:45:44Z</dcterms:modified>
</cp:coreProperties>
</file>