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час, коли труба Господня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№673)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час, коли труба Господня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 землею прозвучить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вічного дня ранок засія,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імена усіх спасенних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Ісус оповістить,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по милості Господній буду 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небесній перекличці,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небесній перекличці,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небесній перекличці,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по милості Господній буду 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день блаженний воскресіння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ті, що вмерли у Христі,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злинуть вмить у неосяжні небеса.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 святих, обмитих кровʼю,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пролита на хресті,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покличе – і тоді відкликнусь 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небесній перекличці,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небесній перекличці,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небесній перекличці,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по милості Господній буду 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Боже, сил дай працювати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служити ближнім всім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ранку раннього і до заходу дня.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коли для Тебе працю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вже закінчу на землі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небесну перекличку стану я.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небесній перекличці,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небесній перекличці,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небесній перекличці,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по милості Господній буду 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2026-10-01T01:46:08Z</dcterms:created>
  <dcterms:modified xsi:type="dcterms:W3CDTF">2026-10-01T01:46:08Z</dcterms:modified>
</cp:coreProperties>
</file>