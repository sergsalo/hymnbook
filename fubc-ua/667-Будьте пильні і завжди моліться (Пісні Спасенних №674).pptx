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Будьте пильні і завжди моліться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Будьте пильні і завжди моліться: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наш Господь гряде!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Він лиш тих у край небесний,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Його постійно жде.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уже недовго!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велить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Він у славі скоро,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нас у Свій чертог.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Будьте пильні і завжди моліться: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істини не спить.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праведність Христову одягніться,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 щит усі візьміть.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уже недовго!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велить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Він у славі скоро,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нас у Свій чертог.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Будьте пильні і завжди моліться,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спасе від всіх гріхів.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Божим знову укріпіться,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стійте твердо в боротьбі.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уже недовго!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велить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Він у славі скоро,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нас у Свій чертог.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Будьте пильні і завжди моліться,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ласкавий чує вас.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Ісуса з вірою дивіться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поможе в кожний час.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уже недовго!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молись, велить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Він у славі скоро,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нас у Свій чертог.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2026-10-01T01:46:30Z</dcterms:created>
  <dcterms:modified xsi:type="dcterms:W3CDTF">2026-10-01T01:46:30Z</dcterms:modified>
</cp:coreProperties>
</file>