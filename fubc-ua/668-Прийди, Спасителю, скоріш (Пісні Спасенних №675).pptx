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||:7-7:||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||:7-7:||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||:7-7:||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||:7-7:||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Прийди, Спасителю, скоріш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№675)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Прийди, Спасителю, скоріш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святую Церкву взяти;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тут, на землі, так тяжко їй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боротись і страждати.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за нею прийдеш Ти?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введеш в Свій край святий?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Прийди скоріш, о Боже!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955038" y="552907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43058" y="552907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342118" y="550621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Усюди чуємо ми глум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світі над Тобою,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нас в серцях і жаль, і сум.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Скрізь ллється гріх рікою.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Прийди, Спасителю, з небес,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давно чекаємо Тебе.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Прийди скоріш, о Боже!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955038" y="552907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43058" y="552907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342118" y="550621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Дай сили нам, щоб свято ми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жили у цьому світі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щоб постійно між людьми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життям могли світити.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Вогонь любові щоб палав,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кожен з радістю казав: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прийди скоріш, о Боже!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993011" y="552907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05085" y="552907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304145" y="550621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Прийди, Спасителю, скоріш,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Тебе давно чекаєм.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вже Церква у красі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ясніше зір засяє?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Підносим погляд в небеса,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бажання лиш одне в серцях: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прийди скоріш, о Боже!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993011" y="552907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05085" y="552907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304145" y="550621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2026-10-01T01:46:52Z</dcterms:created>
  <dcterms:modified xsi:type="dcterms:W3CDTF">2026-10-01T01:46:52Z</dcterms:modified>
</cp:coreProperties>
</file>