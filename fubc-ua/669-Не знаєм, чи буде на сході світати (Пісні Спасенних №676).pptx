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знаєм, чи буде на сході світати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№676)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знаєм, чи буде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сході світати,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сонечко ясне почне вже сідати,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прийде із неба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в вічній славі,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взяти з землі Своїх.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коли, Спасе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заспіваємо гімн: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«Ось іде Він!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Амінь»?!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Можливо, опівдні або серед ночі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раптово побачать Його наші очі.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прийде у славі,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осяяний світлом,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взяти з землі Своїх.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коли, Спасе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заспіваємо гімн: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«Ось іде Він!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Амінь»?!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хори ангельські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будуть співати,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хмарах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вірних стрічати,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співи хваління поллються рікою,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взяв від землі Своїх.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коли, Спасе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заспіваємо гімн: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«Ось іде Він!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Амінь»?!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радість – туди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перейти без страждання,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болю недугів і мук умирання,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славу Господню,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небо, піднятись,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візьме Він Своїх.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коли, Спасе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заспіваємо гімн: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«Ось іде Він!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Амінь»?!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2026-10-01T01:47:15Z</dcterms:created>
  <dcterms:modified xsi:type="dcterms:W3CDTF">2026-10-01T01:47:15Z</dcterms:modified>
</cp:coreProperties>
</file>