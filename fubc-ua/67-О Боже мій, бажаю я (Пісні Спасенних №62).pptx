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бажаю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бажаю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вчитися біля ніг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щоб у покорі все життя :||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вірно служити міг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милості Твої святі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памʼятати повсякчас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й славу приносити Тобі :||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Ти простив і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дай померти для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жив у серці тільки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щоб я усе своє життя, :||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для Тебе присвятив.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2026-09-30T17:50:49Z</dcterms:created>
  <dcterms:modified xsi:type="dcterms:W3CDTF">2026-09-30T17:50:49Z</dcterms:modified>
</cp:coreProperties>
</file>