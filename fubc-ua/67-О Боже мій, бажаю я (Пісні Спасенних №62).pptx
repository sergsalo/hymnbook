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||:3-3:||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||:3-3:||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||:3-3:||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Боже мій, бажаю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№62)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Боже мій, бажаю 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вчитися біля ніг Твоїх,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у покорі все життя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вірно служити міг Тобі.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047494" y="354787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50602" y="354787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9662" y="35250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милості Твої святі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памʼятати повсякчас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славу приносити Тобі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те, що Ти простив і спас.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969567" y="354787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28529" y="354787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327589" y="35250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дай померти для гріха,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жив у серці тільки Ти,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я усе своє життя,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Боже, для Тебе присвятив.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257171" y="354787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40925" y="354787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39985" y="35250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2026-09-30T21:43:23Z</dcterms:created>
  <dcterms:modified xsi:type="dcterms:W3CDTF">2026-09-30T21:43:23Z</dcterms:modified>
</cp:coreProperties>
</file>