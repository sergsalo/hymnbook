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вірю: прийде судний день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№677)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вірю: прийде судний день.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від страху збліднуть люди,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замовкне звук гучних пісень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скрізь скорботно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страшно буде.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71473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26623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25683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Погаснуть сонце й зорі всі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чорний морок землю вкриє,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моря піднімуться страшні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вітер в темряві завиє.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58587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1222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1128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Господній ангел засурмить,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великий жах на світ повіє,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воскреснуть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мертві у ту мить,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раптом змовкне, заніміє.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27227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70869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69929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вірю: прийде день такий,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пізно каятися буде;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поки кличе Бог благий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прийдіть до Нього,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грішні люди.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86993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11103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10163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2026-10-01T01:47:38Z</dcterms:created>
  <dcterms:modified xsi:type="dcterms:W3CDTF">2026-10-01T01:47:38Z</dcterms:modified>
</cp:coreProperties>
</file>