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вийшов з учнями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вийшов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учнями любими з храму,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гору Оливну піднявсь,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святими устами живими словами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зажурених друзів навчав.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«Скажи нам, Ісусе,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звернулися учні,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доки Ти з нами живеш,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 нам, Учителю,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це все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світ судити почнеш?»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«Воєнні чутки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розповсюдяться в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встане народ на народ,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прийдуть на землю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недуги, і голод,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мори, і безліч скорбот.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зменшиться віра, погасне надія,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серцях охолоне любов.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людей 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землі спокусяться,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проллють неповинную кров.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запустіння побачите в храмі,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знайте, що скоро кінець,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пильнуйте, щоб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вас не закрились,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віри не згас каганець.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Великеє горе охопить всю землю,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муки нестерпні прийдуть,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скажуть люди: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«Впадіть на нас, гори!»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гори на них не впадуть.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сонце померкне,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місяць світла,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зорі із неба впадуть,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мертві воскреснуть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Словом Господнім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прийдуть на праведний суд.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неба Син Божий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враз явиться в славі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буде, як сонце, сіять;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підуть грішні у вічнії муки,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праведні – з Ним царювать».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2026-10-01T01:48:00Z</dcterms:created>
  <dcterms:modified xsi:type="dcterms:W3CDTF">2026-10-01T01:48:00Z</dcterms:modified>
</cp:coreProperties>
</file>