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вже з неба в славі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вже з неба в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славі прийде Господь,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вірним Слову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 Він Свій народ.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світло Боже сяє в наших ділах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хай любов палає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чистих серцях.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велика буде: прийде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залунають співи з безлічі уст.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навкруги засяє в дивній красі,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вічно будуть Бога усі!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забудемо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вмить всі дні скорбот,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і мир навіки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нам Господь;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зникнуть печалі,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страхи й сумніви всі,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литись будуть в небі пісні.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велика буде: прийде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залунають співи з безлічі уст.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навкруги засяє в дивній красі,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вічно будуть Бога усі!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знає, як стомились ми на путі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було нелегко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хрест нести.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тягарі Він зніме,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дасть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подарує втіху нашим серцям.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велика буде: прийде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залунають співи з безлічі уст.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навкруги засяє в дивній красі,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вічно будуть Бога усі!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2026-10-01T01:48:22Z</dcterms:created>
  <dcterms:modified xsi:type="dcterms:W3CDTF">2026-10-01T01:48:22Z</dcterms:modified>
</cp:coreProperties>
</file>