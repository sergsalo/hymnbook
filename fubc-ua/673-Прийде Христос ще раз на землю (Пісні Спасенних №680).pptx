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Христос ще раз на землю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№680)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Христос ще раз на землю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у терновому вінку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у царській діадемі,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над людьми звершити суд.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перед Ним народи стануть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хто розпинав колись Його.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всі гірко заридають,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не поможе вже ніщо.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там побачимо Пилата,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всіх прислужників його,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тих, що йшли з мечем на брата,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у житті робили зло.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перед Ним народи стануть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хто розпинав колись Його.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всі гірко заридають,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не поможе вже ніщо.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«Прийде Він знов», – я повторяю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жду Його не як суддю;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милість Божу покладаюсь,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простив вину мою.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перед Ним народи стануть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хто розпинав колись Його.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всі гірко заридають,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не поможе вже ніщо.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люди грішні, пробудіться,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досить вам жити в тьмі гріха,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Бога серцем наверніться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Він дасть вічне вам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перед Ним народи стануть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хто розпинав колись Його.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всі гірко заридають,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не поможе вже ніщо.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2026-10-01T01:48:44Z</dcterms:created>
  <dcterms:modified xsi:type="dcterms:W3CDTF">2026-10-01T01:48:44Z</dcterms:modified>
</cp:coreProperties>
</file>