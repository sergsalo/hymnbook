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||:1-1:|| · rows:1,2,1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||:1-1:|| · rows:2,2,1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||:1-1:|| · rows:2,2,1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||:1-1:|| · rows:2,2,1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||:1-1:|| · rows:2,1,1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Ісуса ми чекаєм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№682)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Ісуса ми чекаєм, прийде Він;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ждемо Ісуса, Він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приготовив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відпочинок в небі, вічний дім.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144397" y="196291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53699" y="196291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2759" y="19400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Спасителя зустрінем,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прийде Він;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стрінемо Ісуса, Він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простягне руки,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візьме в небо нас, як обіцяв.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314626" y="15666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83470" y="15666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82530" y="19400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Христа побачать 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славі – прийде Він;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Його побачать,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ті, що розпинали,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заридають племена усі.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696997" y="15666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1099" y="15666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0159" y="19400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скажеш, друже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мій, як прийде Він,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на суд ти станеш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Христос спитає: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«Ти чому спасіння не прийняв?»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781859" y="15666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6237" y="15666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15297" y="19400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Заплачеш гірко 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час, як прийде Він;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тобі ніхто вже більше не поможе,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осуд сам ти заслужив.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743886" y="196291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54210" y="196291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53270" y="23362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2026-10-01T01:49:06Z</dcterms:created>
  <dcterms:modified xsi:type="dcterms:W3CDTF">2026-10-01T01:49:06Z</dcterms:modified>
</cp:coreProperties>
</file>