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чую, як море життєве шумить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чую, як море життєве шумить,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бачу, як сонце згасає.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Охоплений жахом світ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стогне, тремтить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Господній то день наступає.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мій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вже бути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крові убілив Ти Своїй,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купив дорогою ціною.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гуркотом враз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проминуть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надійде неждана хвилина.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Готуймось, готуймось,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настала пора: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зʼявлення Божого Сина.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мій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вже бути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крові убілив Ти Своїй,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купив дорогою ціною.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Забудьмо цей світ і його суєту: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Господній вже день наступає.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смерті дотримаймо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вірність Христу,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будем в небесному краї.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мій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прийди,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вже бути з Тобою!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у крові убілив Ти Своїй,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купив дорогою ціною.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2026-10-01T01:49:28Z</dcterms:created>
  <dcterms:modified xsi:type="dcterms:W3CDTF">2026-10-01T01:49:28Z</dcterms:modified>
</cp:coreProperties>
</file>