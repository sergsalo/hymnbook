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небо прямуємо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№684)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небо прямуємо 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наш тривожний,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віруєм серцем в Ісуса Христа.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 підносим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істину Божу,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славлять Спасителя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уста.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473452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4644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23704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тут оточують темнії сили,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хочуть з вузької дороги звести.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Будемо вірні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 до могили,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впевнено будемо в небо іти.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59916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38180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3724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памʼятаємо Господа Слово: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«Гнали Мене, будуть гнати і вас».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жертву святу для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служіння з любовʼю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віддаємо себе кожен час.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3746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063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969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повернеться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любий Спаситель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про це Біблія благовістить.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забере Він з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гріховного світу,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настане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 бажана мить.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00172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97924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96984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Швидко надходять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призначені строки,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зустріч з Ісусом у небі нас жде.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Божого Сина вже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чуються кроки.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пробудіться,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наш гряде!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604541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93555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2615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2026-10-01T01:49:50Z</dcterms:created>
  <dcterms:modified xsi:type="dcterms:W3CDTF">2026-10-01T01:49:50Z</dcterms:modified>
</cp:coreProperties>
</file>