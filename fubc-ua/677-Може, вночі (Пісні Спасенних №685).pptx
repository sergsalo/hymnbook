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вночі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№685)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вночі, в мить неждану,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в південний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ввечері чи на світанку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любий прийде Спас.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будем чекати,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укріпить хай нас.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завжди пильнувати,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 поки прийде Спас.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правдиво і свято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у кожний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і спокуси долати,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 поки прийде Спас.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Радісна бажана зустріч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в той час для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 неба в силі могутній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любий прийде Спас!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2026-10-01T01:50:12Z</dcterms:created>
  <dcterms:modified xsi:type="dcterms:W3CDTF">2026-10-01T01:50:12Z</dcterms:modified>
</cp:coreProperties>
</file>