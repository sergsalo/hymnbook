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горя і тривог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№686)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горя і тривог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йде Твій вибраний народ.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в цей останній 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збережи у вірі нас.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 наш! Прийди скоріш,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душі втомлені потіш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всіх скорбот візьми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небесний край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Чути кроки вже Твої...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наш, скоріш гряди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 долини смутку, зла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забери у небеса.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 наш! Прийди скоріш,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душі втомлені потіш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всіх скорбот візьми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небесний край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нам допоможи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бути пильними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бережи в руці Своїй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веди у спокій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 наш! Прийди скоріш,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душі втомлені потіш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всіх скорбот візьми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небесний край святий.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2026-10-01T01:50:34Z</dcterms:created>
  <dcterms:modified xsi:type="dcterms:W3CDTF">2026-10-01T01:50:34Z</dcterms:modified>
</cp:coreProperties>
</file>