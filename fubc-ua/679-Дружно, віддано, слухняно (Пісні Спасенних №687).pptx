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Дружно, віддано, слухняно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№687)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Дружно, віддано, слухняно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Ісусом будем йти,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чесно, ревно і старанно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 доручений нести.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 гинуть у грісі,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світло правди їм несім!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 істини чудове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душам стомленим звістім.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Він гряде, нас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Свій дім введе.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нам бути з Ним,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віру свято бережім.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Він гряде, нас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Свій дім введе.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нам бути з Ним,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віру свято бережім.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Світло істини Христове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понесемо у пітьмі,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вість спасіння, вість любові,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сповіщатимем усім.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цьому світі без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людських душах пустота.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Спаситель дати може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вічний мир й нове життя.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Він гряде, нас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Свій дім введе.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нам бути з Ним,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віру свято бережім.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Він гряде, нас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Свій дім введе.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нам бути з Ним,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віру свято бережім.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Факел Божої науки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понесем в невірʼя тьму,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звільнились грішні люди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тяжких гріховних пут.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бажає всіх спасти,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дати душам мир святий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Своїй любові вічній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 до неба привести.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Він гряде, нас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Свій дім введе.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нам бути з Ним,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віру свято бережім.</a:t>
            </a:r>
            <a:endParaRPr lang="en-US" sz="5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Він гряде, нас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Свій дім введе.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нам бути з Ним,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віру свято бережім.</a:t>
            </a:r>
            <a:endParaRPr lang="en-US" sz="5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ніхто нужди не знає,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сліз ніхто уже не ллє,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Сонце Правди вічно сяє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любов свята живе.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ввійти у небеса,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треба свято жити нам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Христовою любовʼю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зігрівати всі серця.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Він гряде, нас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Свій дім введе.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нам бути з Ним,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віру свято бережім.</a:t>
            </a:r>
            <a:endParaRPr lang="en-US" sz="5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Він гряде, нас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Свій дім введе.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нам бути з Ним,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віру свято бережім.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2026-10-01T01:50:57Z</dcterms:created>
  <dcterms:modified xsi:type="dcterms:W3CDTF">2026-10-01T01:50:57Z</dcterms:modified>
</cp:coreProperties>
</file>