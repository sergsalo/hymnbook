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мій Ісусе! Найдорожчий Ти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мій Ісусе! Найдорожчий Ти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став щасливим на шляху земнім.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мої провини назавжди усі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Себе у жертву, щоб мене спасти.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до Тебе прагну, Господи,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для Тебе свято поможи.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мій Ісусе! Ти найкращий за усіх: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рідних, знайомих, друзів дорогих.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хоча порою шлях мій скорбний і тяжкий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даруєш силу і Твій мир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до Тебе прагну, Господи,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для Тебе свято поможи.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мій Ісусе! Завжди будь зі мною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очисти, всі гріхи прости.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зі святими хочу утішатись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й мене простила благодать Твоя.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до Тебе прагну, Господи,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для Тебе свято поможи.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мій Ісусе! Я Тебе молю за 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потопає у гріхах своїх.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Змилуйся над ними, кровʼю їх провини змий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благодаті у серця пролий.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 до Тебе прагну, Господи,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для Тебе свято поможи.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2026-09-30T17:50:56Z</dcterms:created>
  <dcterms:modified xsi:type="dcterms:W3CDTF">2026-09-30T17:50:56Z</dcterms:modified>
</cp:coreProperties>
</file>