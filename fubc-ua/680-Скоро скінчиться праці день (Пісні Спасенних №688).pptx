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 · 1/1 · ||:5-5:||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скінчиться праці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№688)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 скінчиться праці день,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близиться суд для всіх людей.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Бог запитає: «Що Мені,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друже, зробив ти у житті?»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 Богу ти?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17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91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497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 завжди був готовий 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шляхом вузьким за Мною йти?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як ішов в долині сліз,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радо чи з сумом хрест свій ніс?»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 Богу ти?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17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91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497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«Може, усі Мої дари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 цінував ти й не беріг?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Юності квіти розтоптав,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плоду Мені в житті не дав?»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 Богу ти?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17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91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497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«Чи був готовий, друже Мій,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сіяти всюди мир святий?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Чи поспішав на поміч йти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тим, хто чекали у нужді?»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скажеш Богу ти?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502179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5917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794977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Нині Спаситель всіх зове,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прощення Він дає.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не відкинь любові дар,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своє Йому віддай,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жити тільки з Ним.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03791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60178" y="4736592"/>
            <a:ext cx="0" cy="59436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259238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2026-10-01T01:51:21Z</dcterms:created>
  <dcterms:modified xsi:type="dcterms:W3CDTF">2026-10-01T01:51:21Z</dcterms:modified>
</cp:coreProperties>
</file>