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Син Божий прийде в славі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№689)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Син Божий прийде в славі,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готовий будеш ти?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Дні останні вже настали,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ж і досі в марноті!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0743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9065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8971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нестерпні муки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Спаситель переніс!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за тебе, милий друже,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і ти спастися міг.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3578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231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6137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нещасний, ти не знаєш,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вже Господь гряде,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тоді на суд останній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всіх грішних приведе.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3243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566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6472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суді Він візьме книгу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її розкриє Сам,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довідаєшся певно,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не вписаний ти там.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1249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8560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8466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Скаже: «Йдіть в вогонь, прокляті!» –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буде вороття.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будеш там ридати,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 буде каяття.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2018627" y="3541014"/>
            <a:ext cx="0" cy="130683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79469" y="3541014"/>
            <a:ext cx="0" cy="130683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72814" y="3892169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Любий друже, якнайшвидше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Спасителя іди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імʼя твоє запише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книгу вічну назавжди.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5834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3975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881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2026-10-01T01:51:42Z</dcterms:created>
  <dcterms:modified xsi:type="dcterms:W3CDTF">2026-10-01T01:51:42Z</dcterms:modified>
</cp:coreProperties>
</file>