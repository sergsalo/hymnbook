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Господь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Господь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введе в Ханаан.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Сам проведе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вірних через Йордан.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знаєм: нас жде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славі неба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кожному вірному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вінець.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дивне блаженство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небесний чертог!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серед відкуплених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Сам Бог.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там розлуки,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там спокус;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гріх знищив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Недовго чекати,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швидко летить,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Господня труба 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небесах зазвучить.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прийде Христос,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узяти Своїх.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будемо вічно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святих.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славі побачим Ісуса свого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те, чого навіть в думках не було.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Пізнаєм Христову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в повноті,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забудем недолю і смутки земні.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ввійде у славу,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Господа 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не соромивсь,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Нього звіщав.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тяжкій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не зрікся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в небі отримає вічне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2026-10-01T01:52:05Z</dcterms:created>
  <dcterms:modified xsi:type="dcterms:W3CDTF">2026-10-01T01:52:05Z</dcterms:modified>
</cp:coreProperties>
</file>