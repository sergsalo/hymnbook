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мене Ти, Спасе, візьмеш в небеса.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Тут, на землі, тяжка моя дорога,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скоро вже спокою прийде час.</a:t>
            </a:r>
            <a:endParaRPr lang="en-US" sz="4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дім Отця мене Ти приведеш.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небесах прославлю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 іду дорогою Твоєю,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квіти не завжди на ній ростуть.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раз скорблю і падаю душею,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піднявшись, знов я за Тобою йду.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дім Отця мене Ти приведеш.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небесах прославлю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пілігрим у світі цім скорботнім.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Боже, у борні допоможи,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залишай, без Тебе я самотній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горі, у стражданні, у нужді.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дім Отця мене Ти приведеш.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небесах прославлю 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Радію, Боже, що мене Ти любиш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що для мене світлом є в путі.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вірю, що мене Ти не забудеш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скрізь зі мною будеш у житті.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дім Отця мене Ти приведеш.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недовго, так, уже недовго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небесах прославлю я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2026-10-01T01:52:27Z</dcterms:created>
  <dcterms:modified xsi:type="dcterms:W3CDTF">2026-10-01T01:52:27Z</dcterms:modified>
</cp:coreProperties>
</file>