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небокраєм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№693)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небокраєм – вічна країна,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ній несказанна сяє краса.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настане славна хвилина: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ввійдем в край вічний, у небеса.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небокраєм спеки не 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лютих морозів, бур і вітрів.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Горе і сльози в небі забудем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чудових Божих садів.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небокраєм зустріч чекає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тими, що в вічність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відійшли.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розлуки більше немає,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радість, блаженство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жде всіх святих.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2026-10-01T01:52:49Z</dcterms:created>
  <dcterms:modified xsi:type="dcterms:W3CDTF">2026-10-01T01:52:49Z</dcterms:modified>
</cp:coreProperties>
</file>