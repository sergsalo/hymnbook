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блакитне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блакитне до себе манить,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знаю, що там –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Спаситель, мій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вороття все у вічність кане,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не буде сліз і тривог.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синє небо! Небо прекрасне!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сповіщаєш милість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 думками я повсякчасно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де бажане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кінця,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Створене небо Бога рукою,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місяць, і зорі, і наша земля...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милуюсь я красотою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дивного неба, дивного дня.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синє небо! Небо прекрасне!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сповіщаєш милість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 думками я повсякчасно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де бажане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кінця,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Небо, до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вабиш страждальця,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очі зводить до тебе сумні.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наче мовиш: «О, не печалься!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давати Бог сил в борні».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синє небо! Небо прекрасне!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сповіщаєш милість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 думками я повсякчасно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де бажане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кінця,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Небо, до тебе серцем я лину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скорбот на дорозі земній.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мене мій Пастир обніме,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буду вічно в домі святім.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синє небо! Небо прекрасне!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сповіщаєш милість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 думками я повсякчасно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де бажане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кінця, без кінця.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2026-10-01T01:53:10Z</dcterms:created>
  <dcterms:modified xsi:type="dcterms:W3CDTF">2026-10-01T01:53:10Z</dcterms:modified>
</cp:coreProperties>
</file>