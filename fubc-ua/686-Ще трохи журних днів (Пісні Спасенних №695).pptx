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трохи журних днів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трохи журних днів,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земних турбот, страждань,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небагато болей, сліз,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молитв, надій, зітхань.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трохи боротьби,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змагань, тривог, скорбот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підемо усі туди,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наш царить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буде вічний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вічний дивний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звук Божественних пісень,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любов, блаженство, рай.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2026-10-01T01:53:33Z</dcterms:created>
  <dcterms:modified xsi:type="dcterms:W3CDTF">2026-10-01T01:53:33Z</dcterms:modified>
</cp:coreProperties>
</file>