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днями линуть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днями линуть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край!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думка лиш моя: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буду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рідній стороні.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рідний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рідний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Минають дні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край!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Бога я 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чути дивний спів,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туди прийду.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рідний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рідний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Скінчу я шлях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край!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працю всю скінчу,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суму і плачу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йду у край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рідний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ближче рідний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2026-10-01T01:53:56Z</dcterms:created>
  <dcterms:modified xsi:type="dcterms:W3CDTF">2026-10-01T01:53:56Z</dcterms:modified>
</cp:coreProperties>
</file>