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Стою вже над Йорданом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№698)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Стою вже над Йорданом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бачу вдалині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обіцяний чудовий край,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мрії всі мої.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Господь відпочинок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дасть нам Свій,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дасть нам Свій, у раю,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немає скорбот і турбот,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пісню Агнця заспіваєм всі, ми усі,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 славі царствує Господь.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небеснім тім краю горить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яскраве світло дня,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любові Божий Син царить,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славі все сія.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Господь відпочинок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дасть нам Свій,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дасть нам Свій, у раю,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немає скорбот і турбот,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пісню Агнця заспіваєм всі, ми усі,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 славі царствує Господь.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скоро я ввійду в той край,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спокій неземний,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вічне щастя, Божий 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Відкупитель мій!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Господь відпочинок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дасть нам Свій,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дасть нам Свій, у раю,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немає скорбот і турбот,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пісню Агнця заспіваєм всі, ми усі,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 славі царствує Господь.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грізні хвилі навкруги,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 вірою іду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тих бажаних берегів,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спокій я знайду.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Господь відпочинок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дасть нам Свій,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дасть нам Свій, у раю,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немає скорбот і турбот,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пісню Агнця заспіваєм всі, ми усі,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 славі царствує Господь.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2026-10-01T01:54:18Z</dcterms:created>
  <dcterms:modified xsi:type="dcterms:W3CDTF">2026-10-01T01:54:18Z</dcterms:modified>
</cp:coreProperties>
</file>