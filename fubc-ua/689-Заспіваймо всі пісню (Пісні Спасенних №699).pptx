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Заспіваймо всі пісню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№699)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Заспіваймо всі пісню,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потішить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ввійдемо у вічний дім.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 гріха мине, 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блаженний прийде час: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ввійдемо у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йдемо у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йдемо у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жаданий Ханаан;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приготовив Бог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спасенним світлий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ввійдемо у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Боже людям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будемо 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ввійдемо у вічний дім.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Скажем, що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від гріхів спасти.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ввійдемо у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йдемо у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йдемо у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жаданий Ханаан;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приготовив Бог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спасенним світлий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ввійдемо у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Працювати будем всі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 для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ввійдемо у вічний дім.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Свою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нас у поміч дасть.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ввійдемо у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йдемо у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йдемо у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жаданий Ханаан;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приготовив Бог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спасенним світлий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ввійдемо у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хвороб, ні смерті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 в краю святім,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ввійдемо у вічний дім.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знайдемо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місті дивнім, золотім.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ввійдемо у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йдемо у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йдемо у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жаданий Ханаан;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приготовив Бог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спасенним світлий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ввійдемо у вічний дім.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2026-10-01T01:54:41Z</dcterms:created>
  <dcterms:modified xsi:type="dcterms:W3CDTF">2026-10-01T01:54:41Z</dcterms:modified>
</cp:coreProperties>
</file>