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Даруй, Боже, святість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№64)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Даруй, Боже, святість,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покору й Твій страх,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стражданнях дай радість,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гріхах – каяття.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Примнож, Боже, віру,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надію зміцни,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любов до всіх щиру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серце пошли.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Навчи бути вдячним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милість Твою,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 сил сповіщати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всім вістку благу.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 хрест свій щоденний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терпінням нести,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край Твій блаженний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доведи.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Даруй чисте серце,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дух мій зміцни,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світлом небесним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шлях освіти.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хочу віддати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Тобі все життя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завжди прославляти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Твоє лиш Імʼя.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2026-09-30T17:51:04Z</dcterms:created>
  <dcterms:modified xsi:type="dcterms:W3CDTF">2026-09-30T17:51:04Z</dcterms:modified>
</cp:coreProperties>
</file>