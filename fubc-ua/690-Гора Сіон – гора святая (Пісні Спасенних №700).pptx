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Гора Сіон – гора святая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Гора Сіон – гора святая,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престол там Господа стоїть.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всім серцем пориваюсь,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Сонце вічнеє горить.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бур нема: то край спокою.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радості лунає спів,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всі в красі, у сяйві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вже нема похмурих днів.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там Господь сіяє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відкуплених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сльози витер їм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втішив вічним щастям їх.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Хваління ллється з уст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співи радості звучать,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словах людських не передати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безмежну Божу благодать.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скоро, скоро я там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на тій горі святій;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 мене Своєю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Відкупитель, Пастир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2026-10-01T01:55:04Z</dcterms:created>
  <dcterms:modified xsi:type="dcterms:W3CDTF">2026-10-01T01:55:04Z</dcterms:modified>
</cp:coreProperties>
</file>