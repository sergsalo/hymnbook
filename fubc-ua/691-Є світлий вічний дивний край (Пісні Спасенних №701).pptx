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світлий вічний дивний край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№701)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світлий вічний дивний край,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ясний, світ ясний!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Відсутній сум там і відчай.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Край святий, край святий!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Співають там нові пісні,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ангели живуть святі,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ніхто не знає там гріха.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край! Дивний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Блакитне небо там без хмар,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світлий край, світлий край!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не має там примар.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Божий рай, Божий 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радість буде без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оселях вічного Творця,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скрізь невʼянуча краса.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край! Дивний край!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перед Богом винні ми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простив! Він простив!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ми були у рабстві тьми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звільнив! Він звільнив!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нас, грішних, полюбив,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тяжкі страждання Він терпів,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край блаженства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ввести.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простив! Він простив!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Ідіть за Господом 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вслід за Ним, вслід за Ним!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Ідіть скоріше в Отчий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вслід за Ним, вслід за Ним!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Спішіть, бо не чекає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до Себе кличе вас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дивні небеса святі.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Йдіть усі! Йдіть усі!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2026-10-01T01:55:27Z</dcterms:created>
  <dcterms:modified xsi:type="dcterms:W3CDTF">2026-10-01T01:55:27Z</dcterms:modified>
</cp:coreProperties>
</file>