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закінчу життя своє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закінчу життя своє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спів земний замовкне мій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світла в мене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візьме Бог у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спас мене, мене!»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я всім,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прямую в Отчий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спас мене, мене!»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я всім,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спокій маю в Нім.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залишу дім земний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сховав від мене це,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вірю: вічний дім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приготовлений Отцем.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спас мене, мене!»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я всім,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прямую в Отчий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спас мене, мене!»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я всім,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спокій маю в Нім.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свіча мого життя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погасне на сумній землі,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від зла, спокус, страждань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оселі приведе Свої.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спас мене, мене!»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я всім,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прямую в Отчий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спас мене, мене!»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я всім,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спокій маю в Нім.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Світильник віри мій горить,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чекаю кожен день.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Божа благодать згори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вірі укріпить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спас мене, мене!»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я всім,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прямую в Отчий дім.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спас мене, мене!»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скажу я всім,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спокій маю в Нім.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2026-10-01T01:55:51Z</dcterms:created>
  <dcterms:modified xsi:type="dcterms:W3CDTF">2026-10-01T01:55:51Z</dcterms:modified>
</cp:coreProperties>
</file>