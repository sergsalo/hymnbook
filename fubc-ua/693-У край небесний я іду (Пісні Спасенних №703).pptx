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край небесний я іду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№703)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край небесний я іду,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всі багатства у Христа.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відпочинок я знайду,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блаженство вічного життя.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дивний край, небесний рай,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туди душею лину я!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жде мене нове життя,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оселях вічних у Христа.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бачу берег неземний,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чудовий вічний край святий.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Іду услід я за Христом,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веде мене Він під щитом,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надія в Ньому вся моя,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прийду я з Ним у небеса.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дивний край, небесний рай,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туди душею лину я!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жде мене нове життя,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оселях вічних у Христа.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бачу берег неземний,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чудовий вічний край святий.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дерево плоди дає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ніжні аромати ллє,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жива вода струмком біжить,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ніколи там не вʼяне цвіт.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дивний край, небесний рай,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туди душею лину я!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жде мене нове життя,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оселях вічних у Христа.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бачу берег неземний,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чудовий вічний край святий.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Там, у присутності Творця,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радіти буду без кінця,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спів відкуплених усіх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лунатиме в просторах тих.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дивний край, небесний рай,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туди душею лину я!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жде мене нове життя,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оселях вічних у Христа.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бачу берег неземний,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чудовий вічний край святий.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2026-10-01T01:56:14Z</dcterms:created>
  <dcterms:modified xsi:type="dcterms:W3CDTF">2026-10-01T01:56:14Z</dcterms:modified>
</cp:coreProperties>
</file>