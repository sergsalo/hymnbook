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знайде душа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знайде душа, у країні якій,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себе і ласку, і спокій святий?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Журливу її хто б потішити міг,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дав би притулок в оселях своїх?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світ цей їй зовсім чужий,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справжнього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нема для душі.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Усім, хто Ісуса Христа полюбив,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двері в небо чудове відкрив,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місто, що сяє, як дивний вінець,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їм дарував для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спочинку сердець.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все в неповторній красі,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там чекають спасенні усі.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Візьми вже, Ісусе, у небо мене,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хори святих величають Тебе,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вічних оселях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прославив я знов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за страждання, за дивну любов.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вже життя промине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славу небесну Ти візьмеш мене.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Надійся, душе, недалеко той край,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недовго – і скажуть: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«Іди, спочивай!»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Борися, не падай в тяжкій боротьбі,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буде і слава, і спокій тобі.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Вічна радість там жде в Отця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усіх, хто був вірний Христу до кінця.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2026-10-01T01:56:35Z</dcterms:created>
  <dcterms:modified xsi:type="dcterms:W3CDTF">2026-10-01T01:56:35Z</dcterms:modified>
</cp:coreProperties>
</file>