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радість, радість буде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№705)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радість, радість буде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відкупленим серцям,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закінчим путь свою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будемо в раю!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Росте там дерево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вічно сяюча краса,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 в любові неземній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царює Бог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що за радість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там, радість там!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що за радість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спасенним буде нам,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всі святії без числа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приносять для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 також складем хвалу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Христу.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Вузька дорога лиш одна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прокладена для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по цім шляху не йдем,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ми помрем.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ж по нім смиренно йдем,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хоч і сльози часто ллєм,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домі вічного Отця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жде радість без кінця.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що за радість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там, радість там!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що за радість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спасенним буде нам,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всі святії без числа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приносять для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 також складем хвалу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Христу.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воскрес, смерть переміг,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скоро прийде мить: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чудові світлі небеса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забере всіх нас.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любий друже, памʼятай: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чекає нас блаженний край!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тяжко, журно в світі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радість буде там.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що за радість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там, радість там!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що за радість 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спасенним буде нам,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всі святії без числа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приносять для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 також складем хвалу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Христу.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2026-10-01T01:56:57Z</dcterms:created>
  <dcterms:modified xsi:type="dcterms:W3CDTF">2026-10-01T01:56:57Z</dcterms:modified>
</cp:coreProperties>
</file>