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край я мріяти люблю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№706)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край я мріяти люблю,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ангели живуть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для Спасителя хвалу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піснях своїх несуть.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Зла там не буде, зла там не буде,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зла там не буде, гріха не буде там.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край я мріяти люблю,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царює там.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Оселю дивну неземну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там готує нам.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Зла там не буде, зла там не буде,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зла там не буде, гріха не буде там.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край я мріяти люблю,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Бог приготував.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 славу тих введе Свою,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тут перемагав.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Зла там не буде, зла там не буде,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зла там не буде, гріха не буде там.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край я мріяти люблю,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сліз нема й журби;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блаженство вічне там знайду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після боротьби.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Зла там не буде, зла там не буде,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зла там не буде, гріха не буде там.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2026-10-01T01:57:21Z</dcterms:created>
  <dcterms:modified xsi:type="dcterms:W3CDTF">2026-10-01T01:57:21Z</dcterms:modified>
</cp:coreProperties>
</file>