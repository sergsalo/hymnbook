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 · rows:2,1,1,2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 · rows:2,2,1,1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Радісно я вирушаю у путь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№707)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Радісно я вирушаю у путь,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нею спасенні у небо ідуть.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Ангельських хорів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доноситься спів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кличуть в небесну мене височінь.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незабаром скінчиться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спочиватиму в домі Отця,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я забуду мандрівки, труди,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радісно, радісно йду я туди.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райських оселях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ждуть святі,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своє щастя знайшли у Христі.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Співи чудові там Божих дітей,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вабить мене ніжний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звук тих пісень.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Серцю моєму приємні вони!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Кличуть додому мене з чужини.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сяйві співають там хори святих,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радісно, радісно йду я до них.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Смерті жахливої я не боюсь,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у вічний дім переселюсь,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спокої житиму у небесах,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славити буду постійно Христа.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Йду в край святий,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буду я там,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сяйві Спаситель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стріне Сам.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там забуду: і горе, й журбу...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Радісно, радісно в небо іду.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2026-10-01T01:57:47Z</dcterms:created>
  <dcterms:modified xsi:type="dcterms:W3CDTF">2026-10-01T01:57:47Z</dcterms:modified>
</cp:coreProperties>
</file>