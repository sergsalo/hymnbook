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закінчиться скорбне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закінчиться скорбне життя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злину у небо, у славу Христа.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позбудуся горя всього,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я вічно у славі Його.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Бачити я завжди буду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Він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мені дане в домі Отця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заслуги Ісуса Христа.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безмежна для серця мого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я вічно у славі Його.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Бачити я завжди буду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Він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побачу любимих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перейшли від недолей земних.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зустріну Ісуса свого,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я вічно у славі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Бачити я завжди буду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прийме Він мене.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2026-10-01T01:58:09Z</dcterms:created>
  <dcterms:modified xsi:type="dcterms:W3CDTF">2026-10-01T01:58:09Z</dcterms:modified>
</cp:coreProperties>
</file>