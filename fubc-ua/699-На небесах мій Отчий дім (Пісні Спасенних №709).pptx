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небесах мій Отчий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небесах мій Отчий дім.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до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сліз і горя в нім.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до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лину кожну мить,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в душі горить.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до Ісуса!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57427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0669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39729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люди мріють мати дім.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до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прагнуть щастя в домі тім.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до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швидко щастя промине,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ж багатство в небі все.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до Ісуса!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81481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16615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15675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Додому хочу, в небеса.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до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прагне ввись душа моя.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до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Ввійду вже скоро в дім святий,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вічну радість, дивний мир.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до Ісуса!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57935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40161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39221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2026-10-01T01:58:33Z</dcterms:created>
  <dcterms:modified xsi:type="dcterms:W3CDTF">2026-10-01T01:58:33Z</dcterms:modified>
</cp:coreProperties>
</file>