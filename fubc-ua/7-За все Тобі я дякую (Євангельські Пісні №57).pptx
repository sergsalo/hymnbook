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все Тобі я дякую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(Євангельські Пісні №57)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все Тобі я дякую,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Спасе мій.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Кров святу пролитую,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дар любові Твій.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дякую за все,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 що спас мене.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небо дав,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своїм назвав,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 святий,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живи в душі моїй,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мене навчай,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в небесний край.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все Тобі я дякую,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у світ прийшов.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душу змучену мою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вічності знайшов.</a:t>
            </a:r>
            <a:endParaRPr lang="en-US"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дякую за все,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 що спас мене.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небо дав,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своїм назвав,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 святий,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живи в душі моїй,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мене навчай,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в небесний край.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все Тобі я дякую,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мир і Дух Святий,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у пору всякую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живеш в душі моїй.</a:t>
            </a:r>
            <a:endParaRPr lang="en-US" sz="5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дякую за все,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 що спас мене.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небо дав,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своїм назвав,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 святий,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живи в душі моїй,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мене навчай,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в небесний край.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все Тобі я дякую,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небо дав мені.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вічною подякою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служитиму Тобі.</a:t>
            </a:r>
            <a:endParaRPr lang="en-US" sz="5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дякую за все,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 що спас мене.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небо дав,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своїм назвав,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 святий,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живи в душі моїй,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мене навчай,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в небесний край.</a:t>
            </a:r>
            <a:endParaRPr lang="en-US" sz="5400" dirty="0"/>
          </a:p>
          <a:p>
            <a:pPr algn="ctr" indent="0" marL="0">
              <a:buNone/>
            </a:pP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2026-09-22T06:37:55Z</dcterms:created>
  <dcterms:modified xsi:type="dcterms:W3CDTF">2026-09-22T06:37:55Z</dcterms:modified>
</cp:coreProperties>
</file>