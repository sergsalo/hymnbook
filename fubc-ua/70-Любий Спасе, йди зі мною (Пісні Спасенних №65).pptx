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Любий Спасе, йди зі мною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Любий Спасе, йди зі мною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все життя земне,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зіркою будь провідною,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покриє тьма мене.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люблю Тебе, мій Спасе,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любитиму завжди.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ввійду у край прекрасний,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місто, де царюєш Ти.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люблю Тебе, Ісусе,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 Тебе ближче йду.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в стражданнях я втомлюся,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втіху лиш в Тобі знайду.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люблю Тебе, мій Спасе,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любитиму завжди.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ввійду у край прекрасний,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місто, де царюєш Ти.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я Тебе любити,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Тобою всюди йти,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 в грішнім світі жити,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прославлений був Ти.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люблю Тебе, мій Спасе,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любитиму завжди.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ввійду у край прекрасний,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місто, де царюєш Ти.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2026-09-30T21:37:16Z</dcterms:created>
  <dcterms:modified xsi:type="dcterms:W3CDTF">2026-09-30T21:37:16Z</dcterms:modified>
</cp:coreProperties>
</file>