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Любий Спасе, йди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Любий Спасе, йди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все життя земне,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зіркою будь провідною,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покриє тьма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Тебе, мій Спасе (мій Спасе),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любитиму завжди (завжди).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ввійду у край прекрасний (прекрасний),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місто, де царюєш 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Тебе ближче йду.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стражданнях я втомлюся,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втіху лиш в Тобі знайду.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Тебе, мій Спасе (мій Спасе),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любитиму завжди (завжди).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ввійду у край прекрасний (прекрасний),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місто, де царюєш Ти.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я Тебе любити,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Тобою всюди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 в грішнім світі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прославлений був 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Тебе, мій Спасе (мій Спасе),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любитиму завжди (завжди).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ввійду у край прекрасний (прекрасний),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місто, де царюєш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2026-09-30T17:51:15Z</dcterms:created>
  <dcterms:modified xsi:type="dcterms:W3CDTF">2026-09-30T17:51:15Z</dcterms:modified>
</cp:coreProperties>
</file>