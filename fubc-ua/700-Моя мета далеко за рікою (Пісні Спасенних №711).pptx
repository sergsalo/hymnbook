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мета далеко за рікою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№711)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Моя мета далеко за рікою,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й до неї змалку я направив путь,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там вже брати родиною святою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до себе на вечерю ждуть.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 пливу, туди зір направляю;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день не згас у темряві нічній.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хоч ріка хвилюється, я знаю: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мети досягне скоро човен мій.</a:t>
            </a:r>
            <a:endParaRPr lang="en-US" sz="5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човен свій направив без вагання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туди, де Бог зібрав моїх братів.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Навколо хвилі й люті урагани</a:t>
            </a:r>
            <a:endParaRPr lang="en-US" sz="5100" dirty="0"/>
          </a:p>
          <a:p>
            <a:pPr algn="ctr" indent="0" marL="0">
              <a:buNone/>
            </a:pPr>
            <a:r>
              <a:rPr lang="en-US" sz="5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загрожують не раз в путі мені.</a:t>
            </a:r>
            <a:endParaRPr lang="en-US" sz="5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 пливу, туди зір направляю;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день не згас у темряві нічній.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хоч ріка хвилюється, я знаю: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мети досягне скоро човен мій.</a:t>
            </a:r>
            <a:endParaRPr lang="en-US" sz="5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Видніється вже світло за рікою,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до кінця мій шлях земний іде.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 Христос з родиною святою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давно до Себе на вечерю жде.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Вперед пливу, туди зір направляю;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ще день не згас у темряві нічній.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І, хоч ріка хвилюється, я знаю: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мети досягне скоро човен мій.</a:t>
            </a:r>
            <a:endParaRPr lang="en-US" sz="50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2026-10-01T01:58:57Z</dcterms:created>
  <dcterms:modified xsi:type="dcterms:W3CDTF">2026-10-01T01:58:57Z</dcterms:modified>
</cp:coreProperties>
</file>