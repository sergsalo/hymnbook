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видніється здалеку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видніється здалеку край,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немає ніяких турбот.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введе в Божий рай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відкуплений вірний народ.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нас введе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бажаний той край дорогий.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5482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2614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674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забудем недолю земну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чудовій країні святій,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співають Творцеві хвалу,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Його прославляють усі.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нас введе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бажаний той край дорогий.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5482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2614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674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зібрання спасенних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закінчили шлях свій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вони в вічній славі й красі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троном Христовим святим.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нас введе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бажаний той край дорогий.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5482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2614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674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2026-10-01T01:59:20Z</dcterms:created>
  <dcterms:modified xsi:type="dcterms:W3CDTF">2026-10-01T01:59:20Z</dcterms:modified>
</cp:coreProperties>
</file>