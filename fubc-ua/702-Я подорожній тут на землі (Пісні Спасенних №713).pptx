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подорожній тут на землі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№713)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подорожній тут на землі,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довго мандрую на чужині.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в небі дім мого Отця.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як туди бажає душа!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Тяжко на серці й сумно мені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часто буває тут на землі.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в небі дім мого Отця.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як туди бажає душа!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Хочу скоріше шлях цей пройти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 вічне Царство Боже ввійти.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в небі дім мого Отця.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як туди бажає душа!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Прийме мене мій любий Отець,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всім стражданням прийде кінець.</a:t>
            </a:r>
            <a:endParaRPr lang="en-US" sz="5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в небі дім мого Отця.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як туди бажає душа!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2026-10-01T01:59:43Z</dcterms:created>
  <dcterms:modified xsi:type="dcterms:W3CDTF">2026-10-01T01:59:43Z</dcterms:modified>
</cp:coreProperties>
</file>