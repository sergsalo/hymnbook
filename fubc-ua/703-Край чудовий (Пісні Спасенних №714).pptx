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 нас в небі чекає,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не буде печалей, скорбот.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туди ми свій шлях направляєм,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зустріне нас добрий Господь.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рветься до славних висот.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чекає нас добрий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де ангельські співи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лунають, як шум бистрих вод.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Ісусу приносять святії,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славить спасенний народ.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рветься до славних висот.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чекає нас добрий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де в світлі небеснім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бачити славу Творця.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тіні пальм і в долинах чудесних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будемо ми без кінця.</a:t>
            </a:r>
            <a:endParaRPr lang="en-US" sz="5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рветься до славних висот.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чекає нас добрий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чудовий ми скоро прибудем,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панують і радість, і мир,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печалі й скорботи забудем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прославимо Господа сил.</a:t>
            </a:r>
            <a:endParaRPr lang="en-US" sz="4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рветься до славних висот.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чудовий, край чудовий!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чекає нас добрий Господь.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2026-10-01T02:00:07Z</dcterms:created>
  <dcterms:modified xsi:type="dcterms:W3CDTF">2026-10-01T02:00:07Z</dcterms:modified>
</cp:coreProperties>
</file>