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в країну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в країну,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нема скорбот,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у славі сяє вічно Сам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життя плоди дає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 буде більше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зла, тривог, біди.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скоріш до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тебе спасе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твою Він душу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рай введе!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Друзів ми зустрінем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славних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тих, які раніше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скінчили шлях.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вони живуть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в святій красі,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славлять за спасіння Господа усі.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скоріш до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тебе спасе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твою Він душу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рай введе!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 спасенних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кінця нема,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скарби їм нетлінні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приготував,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любові вічній там тече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Царстві безконечнім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скоріш до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тебе спасе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твою Він душу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рай введе!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2026-10-01T02:00:32Z</dcterms:created>
  <dcterms:modified xsi:type="dcterms:W3CDTF">2026-10-01T02:00:32Z</dcterms:modified>
</cp:coreProperties>
</file>