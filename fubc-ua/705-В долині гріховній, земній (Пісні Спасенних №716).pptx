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долині гріховній, земній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№716)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долині гріховній, земній,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панує пітьма і обман,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рідний край я іду неземний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кривавих слідах християн.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рідний край, неземний,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неправди, спокус, марноти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іду і прийду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царство миру, любові, краси.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мряка гріховна кругом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терниста дорога моя,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ж до цілі іду за Христом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рідний край, де спочине душа.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рідний край, неземний,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неправди, спокус, марноти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іду і прийду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царство миру, любові, краси.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Сміливо вперед я іду,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лютий ворог мені не страшний,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з Христом цю долину пройду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ввійду в дім небесний святий.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рідний край, неземний,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неправди, спокус, марноти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іду і прийду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царство миру, любові, краси.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2026-10-01T02:00:55Z</dcterms:created>
  <dcterms:modified xsi:type="dcterms:W3CDTF">2026-10-01T02:00:55Z</dcterms:modified>
</cp:coreProperties>
</file>