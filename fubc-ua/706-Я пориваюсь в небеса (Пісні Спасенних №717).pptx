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пориваюсь в небеса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пориваюсь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радість вічна і краса,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сум навіки мій мине,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Господь введе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Любовʼю, Господи, зігрій,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Твій мир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суєти, гріха й біди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світлий край небес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жити завжди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пречудовий Божий храм,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хори дивні без кінця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славу для Творця.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Любовʼю, Господи, зігрій,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Твій мир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суєти, гріха й біди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світлий край небес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там славна сторона,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себе вабить так вона!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промине життя земне,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введе в Свій дім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Любовʼю, Господи, зігрій,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Твій мир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суєти, гріха й біди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світлий край небес веди.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2026-10-01T02:01:20Z</dcterms:created>
  <dcterms:modified xsi:type="dcterms:W3CDTF">2026-10-01T02:01:20Z</dcterms:modified>
</cp:coreProperties>
</file>