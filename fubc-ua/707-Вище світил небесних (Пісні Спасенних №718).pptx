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Вище світил небесних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№718)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Вище світил небесних,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 тьми нема,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райській красі чудесній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вічна весна.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Ангельський спів лунає,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там зла уже нема,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дивній славі сяє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Бог – вічний Цар.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світі Христос страждання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нас терпів,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всі провини наші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кровʼю змив.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Син Божий смерть ганебну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грішних нас прийняв,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нам ввійти у небо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змогу дав.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давніх-давен Спаситель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кличе усіх,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хоче Він простити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кожному гріх.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Тож поспішіть прийняти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вічну любов Христа,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вам блаженство мати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небесах.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2026-10-01T02:01:44Z</dcterms:created>
  <dcterms:modified xsi:type="dcterms:W3CDTF">2026-10-01T02:01:44Z</dcterms:modified>
</cp:coreProperties>
</file>