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моє життя кінчатись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моє життя кінчатись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пройду призначену Тобою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тоді, як подих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смерті стисне груди,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будь, зі мною будь.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не лишай тоді самого,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руках Своїх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міцних мене тримай;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єдина втіхо і моя любове,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мене в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дивний край.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будь, як буду я лишати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рідню, знайомих,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сестер й братів.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буде стукіт серця замовкати,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будь тоді, будь і тоді.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Своїх оселях місце дай, о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 панує гріх і марнота,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ворог душу вразити не зможе,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завжди лиш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царить свята.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 уст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спів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такого тут не чув й не знав.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теж Тебе прославлю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Ти вічність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дав, Ти вічність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 завжди я думками рвуся,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стомився жити в світі суєти;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Тебе побачу, мій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з Тобою житиму завжди.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2026-10-01T02:02:07Z</dcterms:created>
  <dcterms:modified xsi:type="dcterms:W3CDTF">2026-10-01T02:02:07Z</dcterms:modified>
</cp:coreProperties>
</file>