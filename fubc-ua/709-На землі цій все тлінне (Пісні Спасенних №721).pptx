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цій все тлінне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землі цій все тлінне,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пропадає 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Бозі незмінне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щастя моє.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Скарби в небі збирати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навчає всіх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не зазнаємо втрати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у смертний свій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Торжествує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Боже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у книзі спасенних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записаний 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Довго-довго блукав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гріхах потопав,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не мав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Христа не шукав.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добрий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мене віднайшов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ласкаво покликав,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 Нього прийшов.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Торжествує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Боже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у книзі спасенних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записаний я.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Місто вічне Син Божий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Своїх збудував,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сонцесяйні чертоги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спасенних придбав.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гріха вже немає,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спокуси, ні зла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 Правди там сяє,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небесна краса.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Торжествує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славлю Боже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у книзі спасенних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записаний 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2026-10-01T02:02:30Z</dcterms:created>
  <dcterms:modified xsi:type="dcterms:W3CDTF">2026-10-01T02:02:30Z</dcterms:modified>
</cp:coreProperties>
</file>