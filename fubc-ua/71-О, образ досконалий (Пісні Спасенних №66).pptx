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образ досконалий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образ досконалий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й чистоти!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Царю слави,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приклад вічний –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можу я забути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страждань Твоїх тяжких,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покірним бути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прагну у житті.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бути вірним хочу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Твоїм словам,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щиро і охоче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прощати ворогам.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я молитись,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Ти моливсь колись,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серцем всім смиритись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поміж синів земних.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перебувати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я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твердо, вірно, свято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Твоїм іти.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Наснагу і стремління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діл святих пошли,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я, Твоє творіння,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радітиму в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вже не пориванням,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в кожний час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щасливому єднанні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Тобою буду 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красі святій засяє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очищена душа,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знову залунає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моя хвала.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2026-09-30T17:51:23Z</dcterms:created>
  <dcterms:modified xsi:type="dcterms:W3CDTF">2026-09-30T17:51:23Z</dcterms:modified>
</cp:coreProperties>
</file>