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дім – в краю небеснім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дім – в краю небеснім,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 панує зло,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сад росте чудесний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де царить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Бога прославляє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відкуплений народ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де ніхто не знає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горя, ні турбот.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Пришельцям там спочинок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 для сердець,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жде мене родина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мій благий Отець.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– гість і подорожній,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обмину скорбот.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скоро бути зможу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там, де мій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 краю слави,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серця милий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Христос дав право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увійти.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часто зустрічаю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скорботи на шляху,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мене чекає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у раю.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2026-10-01T02:02:55Z</dcterms:created>
  <dcterms:modified xsi:type="dcterms:W3CDTF">2026-10-01T02:02:55Z</dcterms:modified>
</cp:coreProperties>
</file>