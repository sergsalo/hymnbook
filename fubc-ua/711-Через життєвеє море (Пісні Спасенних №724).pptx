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життєвеє море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№724)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життєвеє море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човен легкий наш мчить,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грізні вітри піднімають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хвилі вдень і вночі.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Бурі знесилюють часто,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 огортає, страх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погляд на це не звертаєм,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нас до Сіону шлях.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Сіон – радість моя!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 туди мій дух.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жде мене Христос,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 той край ввійду.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Вдячність за все складу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престолом благ,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славити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Божу в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берегів Батьківщини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прагнемо духом ми.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все єство утомилось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співа псалми.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Друзі якщо нас не бачать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бачить нас вірний Друг;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Той, Хто вмирав на Голгофі,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кріпить наш дух.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Сіон – радість моя!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 туди мій дух.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жде мене Христос,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 той край ввійду.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Вдячність за все складу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престолом благ,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славити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Божу в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небесна Сіону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ближчою все стає,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став коротший до нього,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уже світло ллє.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довіряємо Богу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короткі дні;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пливім до Сіону,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незабаром – ніч.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Сіон – радість моя!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 туди мій дух.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жде мене Христос,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 той край ввійду.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Вдячність за все складу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престолом благ,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славити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Божу в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2026-10-01T02:03:19Z</dcterms:created>
  <dcterms:modified xsi:type="dcterms:W3CDTF">2026-10-01T02:03:19Z</dcterms:modified>
</cp:coreProperties>
</file>