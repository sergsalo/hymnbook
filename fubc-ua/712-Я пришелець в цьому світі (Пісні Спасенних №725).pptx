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пришелець в цьому світі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№725)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пришелець в цьому світі,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навколо чужина,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у небі, в дивнім світлі,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рідна серцю сторона.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країна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Вітчизна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Отець любий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родина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Ждуть всі мене в краю святім,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 томлюся на чужині.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буває горе часто,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неправда і злоба,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у небі повне щастя,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любов живе свята.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країна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Вітчизна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Отець любий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родина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Ждуть всі мене в краю святім,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 томлюся на чужині.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за віру зневажає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ненавидить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ж радість жде безкрая,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печаль навік мине.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країна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Вітчизна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Отець любий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родина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Ждуть всі мене в краю святім,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 томлюся на чужині.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Смерті тінь я бачу всюди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цій похмурій чужині.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Знаю: вічно жити буду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небесній стороні.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країна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Вітчизна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Отець любий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родина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Ждуть всі мене в краю святім,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 томлюся на чужині.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2026-10-01T02:03:42Z</dcterms:created>
  <dcterms:modified xsi:type="dcterms:W3CDTF">2026-10-01T02:03:42Z</dcterms:modified>
</cp:coreProperties>
</file>