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оселю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оселю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блаженства, любові, добра;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прямую туди вже давно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стежці вузенькій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оселю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горя і сліз вже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Ніде більш немає такої,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небі сіяє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оселю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кожен страждалець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звільнившись від муки і горя,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вічний спокій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 оселю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думках лину часто туди;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славі величній Христовій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спасенними буду завжди.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2026-10-01T02:04:07Z</dcterms:created>
  <dcterms:modified xsi:type="dcterms:W3CDTF">2026-10-01T02:04:07Z</dcterms:modified>
</cp:coreProperties>
</file>