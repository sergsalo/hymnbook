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Прийдіть, усі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Прийдіть, усі серця,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полюбив Творця.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радісно псалом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хто навік спасен Христом,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хто спасен Христом.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33524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4572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363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вічний чудовий Сіон!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ми всі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прикрашене місто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славлять Бога 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не спасен в Христі,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 несемо завжди Йому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 щиру, честь й хвалу,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подяку, честь й хвалу.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66366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31730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30790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вічний чудовий Сіон!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ми всі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прикрашене місто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нема спокус,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нас Ісус.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Еммануїлом всі ідім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вічний славний Божий дім,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вічний Божий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9958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9850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7568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вічний чудовий Сіон!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Йдемо ми всі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прикрашене місто Творця.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2026-10-01T02:04:31Z</dcterms:created>
  <dcterms:modified xsi:type="dcterms:W3CDTF">2026-10-01T02:04:31Z</dcterms:modified>
</cp:coreProperties>
</file>