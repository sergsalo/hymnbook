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Далеко від земних марнот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№728)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Далеко від земних марнот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всіх людських турбот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край, де вічно ясний день,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ллється звук пісень.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той край, в той край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серцем лину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вічне щастя – Божий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вічне світло дня.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Панує там любов свята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щастя повнота,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вічного життя весна,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краса там неземна.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той край, в той край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серцем лину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вічне щастя – Божий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вічне світло дня.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Нове там небо і земля,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нове святе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Христом відкуплені серця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радіють без кінця.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той край, в той край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серцем лину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вічне щастя – Божий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вічне світло дня.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2026-10-01T02:04:54Z</dcterms:created>
  <dcterms:modified xsi:type="dcterms:W3CDTF">2026-10-01T02:04:54Z</dcterms:modified>
</cp:coreProperties>
</file>