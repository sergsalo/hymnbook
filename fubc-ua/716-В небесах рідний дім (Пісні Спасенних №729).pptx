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||:1-3:||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рідний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рідний дім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Вітчизна моя.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скорбот в дивний край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 серцем щодня.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Спаситель Христос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дожидає мене,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приготовив Він місто святе.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46759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1337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50397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нема вже скорбот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печалей земних.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буду я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вірних святих,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раніше пішли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спочинок в той край,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страждань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перейшли в вічний рай.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56689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407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40467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дорогий,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рвусь голубе,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там я знайду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прославлю Тебе.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веди Сам мене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дивне місто Своє,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царює блаженство святе.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65530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2566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31626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2026-10-01T02:05:18Z</dcterms:created>
  <dcterms:modified xsi:type="dcterms:W3CDTF">2026-10-01T02:05:18Z</dcterms:modified>
</cp:coreProperties>
</file>