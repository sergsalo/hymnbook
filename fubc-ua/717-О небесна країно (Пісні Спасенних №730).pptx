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небесна країно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№730)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небесна країно, до тебе я йду,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про тебе я всім розкажу.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у небі знайду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спокій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мене жде Христос дорогий.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Вслід за Спасом ми ідем,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у небо нас веде,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життя нове ми розпочнем.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мене помер 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Голгофськім хресті,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взяв на Себе провини мої,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більше в гріхах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блукав на землі,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мав найкращого Друга у Нім.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Вслід за Спасом ми ідем,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у небо нас веде,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життя нове ми розпочнем.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скоріше б настав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довгожданий той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до Себе Спаситель взяв нас!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тоді заспіваємо пісню нову,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віддамо славу вічну Христу!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Вслід за Спасом ми ідем,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у небо нас веде,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життя нове ми розпочнем.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2026-10-01T02:05:41Z</dcterms:created>
  <dcterms:modified xsi:type="dcterms:W3CDTF">2026-10-01T02:05:41Z</dcterms:modified>
</cp:coreProperties>
</file>