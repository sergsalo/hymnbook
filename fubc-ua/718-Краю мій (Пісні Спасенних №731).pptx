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Краю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Краю мій, серцем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прагну, щоб скоріш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високі брами увійти твої,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там спочити,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печаль забути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страждання,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 землі.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7370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439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345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Краю мій, краю любий, дорогий,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Богом даний для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дітей Його святих,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лину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щирим,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спішу до тебе, о краю мій.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3987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4109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316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сльозах, в смутку,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і в журбі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томлюся завжди тут на чужині.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згадаю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тебе, краю,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стає так любо душі моїй.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7627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0469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09529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Краю мій, серцем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лину, щоб скоріш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високі брами увійти твої,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вічно жити,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хвалити,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за мене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на хресті.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8239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1570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1476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2026-10-01T02:06:05Z</dcterms:created>
  <dcterms:modified xsi:type="dcterms:W3CDTF">2026-10-01T02:06:05Z</dcterms:modified>
</cp:coreProperties>
</file>