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вічних оселях Господнього раю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№733)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вічних оселях Господнього раю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Спаситель жде Своїх.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мить переходу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світлого краю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Він із любовʼю стріне їх.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спасенні біля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брам нас ждуть,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земна скінчиться наша путь.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спасенні біля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брам нас ждуть,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славу Богу у піснях несуть.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Там, в небесах, 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зустрінем спасенних,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перш за нас ввійшли туди.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Співом величним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вони там від серця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славлять Відкупителя завжди.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спасенні біля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брам нас ждуть,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земна скінчиться наша путь.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спасенні біля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брам нас ждуть,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славу Богу у піснях несуть.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Прагнемо бути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оселях Христових,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відпочинем від трудів,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славу складемо ми вічному Богу,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ніколи наш не змовкне спів.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спасенні біля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брам нас ждуть,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земна скінчиться наша путь.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спасенні біля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брам нас ждуть,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славу Богу у піснях несуть.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Стрінути Бога готуйся, спасенний,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лишитись на землі,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щоби прославити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серцем натхненно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зʼявлення з небес Царя царів.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спасенні біля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брам нас ждуть,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земна скінчиться наша путь.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спасенні біля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брам нас ждуть,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славу Богу у піснях несуть.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2026-10-01T02:06:29Z</dcterms:created>
  <dcterms:modified xsi:type="dcterms:W3CDTF">2026-10-01T02:06:29Z</dcterms:modified>
</cp:coreProperties>
</file>