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до Тебе у гріхах, Ісусе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до Тебе у гріхах,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зла зробив я у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Давно без Тебе в світі я томлюся,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таким, як є, прийми і все прости!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мольбу мою, о Спасе, нині,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зніми тягар гріхів, прости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визнаю усі свої провини,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помилуй, Господи, молю Тебе!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недостойний принести моління,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ради мук і смерті на хресті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покрий вину, зніми душі томління.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гріхах я змучився, молю: прости!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мольбу мою, о Спасе, нині,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зніми тягар гріхів, прости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визнаю усі свої провини,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помилуй, Господи, молю Тебе!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відхили мою молитву нині,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покорі серця я до Тебе 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вірю: Ти даси душі спасіння.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мене, Ісусе мій, молю!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мольбу мою, о Спасе, нині,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зніми тягар гріхів, прости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визнаю усі свої провини,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помилуй, Господи, молю Тебе!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2026-09-30T17:51:31Z</dcterms:created>
  <dcterms:modified xsi:type="dcterms:W3CDTF">2026-09-30T17:51:31Z</dcterms:modified>
</cp:coreProperties>
</file>