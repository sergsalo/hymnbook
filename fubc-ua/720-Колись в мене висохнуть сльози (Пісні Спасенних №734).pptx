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Колись в мене висохнуть сльози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Колись в мене висохнуть сльози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очі всміхнуться мої,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пройдуть всі життєвії грози,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минуться жалі.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1902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907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7813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Відійдуть печалі й тривоги,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забуду я відчай і страх,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зустрінусь із Господом Богом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світлих святих небесах.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26680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71416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6666" y="3898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зболене серце спочине,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я від страждання звільнюсь,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мене, ніби сина, обніме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люблячий добрий Ісус.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9964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9845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9751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будуть томити турботи,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кривди забудуться всі,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буде там більше скорботи,</a:t>
            </a:r>
            <a:endParaRPr lang="en-US" sz="4800" dirty="0"/>
          </a:p>
          <a:p>
            <a:pPr algn="ctr"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вічне блаженство в Христі.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33246" y="3538728"/>
            <a:ext cx="0" cy="128016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850" y="3538728"/>
            <a:ext cx="0" cy="1280160"/>
          </a:xfrm>
          <a:prstGeom prst="line">
            <a:avLst/>
          </a:prstGeom>
          <a:noFill/>
          <a:ln w="23446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6290" y="3876548"/>
            <a:ext cx="1036320" cy="60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небо бажане! Мій краю!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Колись мить наступить свята: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пісню хвали заспіваю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оселях Ісуса Христа.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6956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852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2758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2026-10-01T02:06:52Z</dcterms:created>
  <dcterms:modified xsi:type="dcterms:W3CDTF">2026-10-01T02:06:52Z</dcterms:modified>
</cp:coreProperties>
</file>