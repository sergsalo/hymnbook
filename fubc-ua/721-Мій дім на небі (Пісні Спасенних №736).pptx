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дім на небі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№736)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дім на небі, де хмар немає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життю новому нема кінця,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всі спасенні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будуть разом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хвалити співом свого Отця.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286713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11383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10443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небеснім домі бажаю бути,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оселі вічні душею рвусь.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Тривоги й горе навік забуду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там, де у славі царить Ісус.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24907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4902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48086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 грізну бурю моряк бажає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ввійти у гавань, де спокій жде,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лину серцем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небесну славу,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відпочинок Христос дає.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309167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8929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87989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Христом зустрінусь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 Отчім домі,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вірним Другом Він став мені.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Помер за гріх мій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 Голгофі,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простив провини мої усі.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36776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61320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60380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Печалі, сльози, нужду забуду,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розлук не буде ніколи там.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небеснім домі я вічно буду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хвалити співом Імʼя Христа.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071753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26343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5403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2026-10-01T02:07:20Z</dcterms:created>
  <dcterms:modified xsi:type="dcterms:W3CDTF">2026-10-01T02:07:20Z</dcterms:modified>
</cp:coreProperties>
</file>