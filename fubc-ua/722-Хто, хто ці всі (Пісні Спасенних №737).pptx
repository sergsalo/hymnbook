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rows:2,2,1,1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Хто, хто ці всі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№737)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Хто, хто ці всі, 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звідкіля прийшли,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білу одежу де собі взяли?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уст їх лине спів хвали,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Агнець їх кровʼю обмив.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Агнець їх привів 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новий Єрусалим,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Своєю Він їх обмив;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будуть жити вічно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небесній славі з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Агнець їх кровʼю обмив.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ті, кого Христос Собі обрав,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ті, за кого в муках Він вмирав,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їх спас і оправдав;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Агнець їх кровʼю обмив.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Агнець їх привів 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новий Єрусалим,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Своєю Він їх обмив;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будуть жити вічно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небесній славі з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Агнець їх кровʼю обмив.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Всі, всі вони за Господом пішли,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велике горе перейшли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 Ісусі мир знайшли,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Агнець їх кровʼю обмив.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Агнець їх привів 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новий Єрусалим,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Своєю Він їх обмив;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будуть жити вічно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небесній славі з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Агнець їх кровʼю обмив.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Шляхом тернистим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їх пройшло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ішли вони у світлі небеса,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їх вела рука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Агнець їх кровʼю обмив.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Агнець їх привів 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новий Єрусалим,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Своєю Він їх обмив;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будуть жити вічно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небесній славі з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Агнець їх кровʼю обмив.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вічному Царстві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 живуть,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горя не знають,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сліз уже не ллють,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Богу всі хвалу несуть,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Агнець їх кровʼю обмив.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Агнець їх привів 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новий Єрусалим,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Своєю Він їх обмив;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будуть жити вічно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небесній славі з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Агнець їх кровʼю обмив.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2026-10-01T02:07:47Z</dcterms:created>
  <dcterms:modified xsi:type="dcterms:W3CDTF">2026-10-01T02:07:47Z</dcterms:modified>
</cp:coreProperties>
</file>