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 дружніше, браття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№738)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 дружніше, браття,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неземних висот,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славитиме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відкуплений народ.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близько славний час той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будем в небесах;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вічний дім не ввійде,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не прийняв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спокій нас жде,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спокій, в небі спокій,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спокій нас жде.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5287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521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44278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є наше світло,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попереду іде,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освітлює дорогу,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Царства нас веде.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серцем і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довіриться Йому,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житиме спокійно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радісно в раю.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спокій нас жде,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спокій, в небі спокій,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спокій нас жде.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5287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521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44278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Дітей багато Божих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спочивають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сил нема ворожих,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радість, мир серцям.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 вже скоро будем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світлих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гімн Христу величний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змовкне на устах.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спокій нас жде,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спокій, в небі спокій,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спокій нас жде.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5287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5218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44278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2026-10-01T02:08:11Z</dcterms:created>
  <dcterms:modified xsi:type="dcterms:W3CDTF">2026-10-01T02:08:11Z</dcterms:modified>
</cp:coreProperties>
</file>