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Єрусалиме вічний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№739)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Єрусалиме вічний,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сяйві чистоти!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Христових свідків вірних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себе вабиш 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Відходять діти Божі,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покликані Отцем,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край, де бачить кожен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лицем в лице.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тяжко тут буває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вузьким шляхом 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скорботи зустрічаєм,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нелегко хрест нести,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 місті неземному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буде сліз, тривог,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забудем горе й втому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брамами його.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спасенних є надія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вічність в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куди всі линуть мрії,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куди лежить наш шлях.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людське минає,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проходять радість, сум,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ми безсмертя маєм,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яке нам дав Ісус.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2026-10-01T02:08:35Z</dcterms:created>
  <dcterms:modified xsi:type="dcterms:W3CDTF">2026-10-01T02:08:35Z</dcterms:modified>
</cp:coreProperties>
</file>