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буде: Божі діти встануть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буде: Божі діти встануть,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зберуться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нетлінній славі засіяють,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поллється пісня їх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у небі будуть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білий вдягнені вісон,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будуть Господа хвалити,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привів їх на Сіон.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Благий Господь ласкаво прийме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улюблених дітей,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них хрест скорбот, зневаги зніме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сльози витре з їх очей.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Завдати там ні мук, ні болю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зможе більше їм;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ради Бога був в неволі,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буде вільним в краї тім.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Страждань не буде там і тіні,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повік не буде смерті там;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слави вічної проміння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них зіллється від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Неначе зорі, там засяють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Христовім Царстві вірні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блаженства там зазнають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вічній славі і красі.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2026-10-01T02:08:59Z</dcterms:created>
  <dcterms:modified xsi:type="dcterms:W3CDTF">2026-10-01T02:08:59Z</dcterms:modified>
</cp:coreProperties>
</file>