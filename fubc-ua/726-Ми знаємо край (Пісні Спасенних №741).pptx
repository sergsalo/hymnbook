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знаємо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знаємо край, 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місто, збудоване Богом для нас;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будуть постійно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радості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ті, кого Він від гибелі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Райське блаженство, райську утіху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Агнець для нас.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Вхід нам відкритий до раю.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Христу! Він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нас спас!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Апостоли вірні і Божі пророки,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спасенні усі там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вічно живуть.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скоро увійдем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той навіки,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душі в спокої, 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сліз вже не ллють.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Райське блаженство, райську утіху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Агнець для нас.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Вхід нам відкритий до раю.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Христу! Він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нас спас!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панують гріховні бажання,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ми щиро прагнем святого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браття і сестри,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готуймось до вічного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Райське блаженство, райську утіху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придбав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Агнець для нас.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Вхід нам відкритий до раю.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Христу! Він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нас спас!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2026-10-01T02:09:22Z</dcterms:created>
  <dcterms:modified xsi:type="dcterms:W3CDTF">2026-10-01T02:09:22Z</dcterms:modified>
</cp:coreProperties>
</file>