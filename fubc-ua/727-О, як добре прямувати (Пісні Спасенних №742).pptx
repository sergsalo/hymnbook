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добре прямувати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добре прямувати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Боже на Сіон!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погляд піднімати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небеса, де Божий трон.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Спаситель наш царює,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хвала Йому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небесний: «Алілуя!»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уст відкуплених бринить.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Огортає душі втома,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змовка, бо журна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колись з вершин Сіону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співи слави попливуть.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пітьми уже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сум, журба навік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всі труднощі забудем,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сльози Бог отре.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стрічаємо тривоги,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з терпінням ми несем,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завжди ми будем з Богом,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Вседержителем Творцем.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сестри! Не вагайтесь,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бадьоро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Нього покладайтесь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введе вас на Сіон.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2026-10-01T02:09:45Z</dcterms:created>
  <dcterms:modified xsi:type="dcterms:W3CDTF">2026-10-01T02:09:45Z</dcterms:modified>
</cp:coreProperties>
</file>