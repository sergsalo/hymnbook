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зустрінуся з Ісусом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№743)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зустрінуся з Ісусом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світлих дивних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прославляти вічно буду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Його в святих піснях.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завжди я з Ісусом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світлих дивних небесах.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мою Він душу,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Йому звучить хвала!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Зараз я з Писання знаю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Спасителя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колись Його віч-на-віч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побачу в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завжди я з Ісусом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світлих дивних небесах.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мою Він душу,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Йому звучить хвала!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 тішитися буду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славі Господа-Царя,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все горе й зло забуду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той бік ріки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завжди я з Ісусом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світлих дивних небесах.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мою Він душу,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Йому звучить хвала!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2026-10-01T02:10:10Z</dcterms:created>
  <dcterms:modified xsi:type="dcterms:W3CDTF">2026-10-01T02:10:10Z</dcterms:modified>
</cp:coreProperties>
</file>