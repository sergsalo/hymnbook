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Куди свій шлях направлю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№744)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Куди свій шлях направлю,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куди тепер піду?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Тебе, любий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спокій я знайду?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там знайду я спокій,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там кінець сльозам,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там забуду горе,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Ти царюєш Сам.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Хотів би я скоріше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ввійти в небесний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там моя Вітчизна,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блаженний світлий рай.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там знайду я спокій,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там кінець сльозам,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там забуду горе,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Ти царюєш Сам.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знаю, що зі мною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зробилося в цю мить,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серце, мов на крилах,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край святий летить.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там знайду я спокій,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там кінець сльозам,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там забуду горе,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Ти царюєш Сам.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2026-10-01T02:10:37Z</dcterms:created>
  <dcterms:modified xsi:type="dcterms:W3CDTF">2026-10-01T02:10:37Z</dcterms:modified>
</cp:coreProperties>
</file>