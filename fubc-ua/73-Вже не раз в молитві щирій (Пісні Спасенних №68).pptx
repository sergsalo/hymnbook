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раз в молитві щирій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раз в молитві щирій,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я Тебе просив.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чому ж, мій Спасе милий,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мені не відповів?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у мене віри мало,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десь гріх я затаїв,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любові вже не стало,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я брату не простив?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скажи, мій милий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ясно зрозумів,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є в серці ще негоже,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Тебе я прогнівив.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прости мої провини,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мене обмий.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почуй благання нині,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милосердний Спасе мій!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2026-09-30T17:51:40Z</dcterms:created>
  <dcterms:modified xsi:type="dcterms:W3CDTF">2026-09-30T17:51:40Z</dcterms:modified>
</cp:coreProperties>
</file>