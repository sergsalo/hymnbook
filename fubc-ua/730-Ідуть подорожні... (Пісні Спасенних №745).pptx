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||:3-3:|| · rows:1,1,2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||:3-3:|| · rows:1,1,2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||:3-3:|| · rows:1,1,2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Ідуть подорожні...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№745)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Ідуть подорожні... Додому ідуть,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край вічний, де спокій святий.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Вже скоро скорботна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закінчиться путь,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їх прийме Христос дорогий.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нема вже зла,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нема вже гроз,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краще сонця там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сяє Христос.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3101492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96604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95664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Немає там смерті,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немає страждань,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кривди і гніву нема,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 голосу злого, ні тіні гріха,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світло Господнє сія.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нема вже зла,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нема вже гроз,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краще сонця там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сяє Христос.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3101492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96604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95664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Ідуть подорожні...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Вже близько той край,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праведні душі усі.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Спаситель зібрав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їх в обіцяний рай,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сяє все в Божій красі.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нема вже зла,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нема вже гроз,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краще сонця там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сяє Христос.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3101492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96604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95664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2026-10-01T02:11:01Z</dcterms:created>
  <dcterms:modified xsi:type="dcterms:W3CDTF">2026-10-01T02:11:01Z</dcterms:modified>
</cp:coreProperties>
</file>