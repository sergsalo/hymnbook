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 · rows:1,1,2,1,1,1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чи скоро побачу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№746)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чи скоро побачу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славі небес?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чи скоро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приймеш мене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Свій край чудес?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цього світу, що гине у злі,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блукання в юдолі земній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 прийти до спокою і благ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небеса, у небеса,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 прийти до спокою і благ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хочеш Ти, мій Ісусе благий,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мною керуй,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горі, стражданнях за руку веди,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Свій даруй.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у сумнів і відчай не впав,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віри й надії в житті не втрачав,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Духом Святим Ти мене наповняй,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Ним укріпляй.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Ним укріпляй, Ним укріпляй,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Духом Святим Ти мене наповняй,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Ним укріпляй.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і живу я на грішній землі,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я чужий.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з Тобою у вічній хвалі,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завжди.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моє хай радіє в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не змовкають про Тебе пісні.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Прагну, Ісусе, любити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Тебе!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Тебе, тільки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прагну, Ісусе, любити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Тебе!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пройду я дорогу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стрінусь з Христом.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душа заспіває моя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 псалом.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вже не буду страждати я там,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славити буду Ісуса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 пізнаю я там повноту,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Христу!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Христу, слава Христу,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 пізнаю я там повноту,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Христу!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2026-10-01T02:11:26Z</dcterms:created>
  <dcterms:modified xsi:type="dcterms:W3CDTF">2026-10-01T02:11:26Z</dcterms:modified>
</cp:coreProperties>
</file>