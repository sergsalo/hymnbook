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||:2-2:||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||:2-2:||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||:2-2:||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Утіху небесную для сердець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№747)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Утіху небесную для сердець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послав Отець.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радості нині зібрав Він нас,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Йому за славний час!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75585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22511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21571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привіт, всім привіт,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браттям, сестрам дорогим,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навік Бог зріднив,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ми радіти в Нім!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сходяться вірні в Імʼя Христа,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Він Духом там.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 в цей святковий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єднання час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присутній серед нас.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969412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28684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7744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привіт, всім привіт,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браттям, сестрам дорогим,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навік Бог зріднив,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ми радіти в Нім!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Утіхи для душ в світі не знайти,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Господь нам дав.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Молитись ми будем,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Він, Благий,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благодаті нас зміцняв.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410054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8042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87102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привіт, всім привіт,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браттям, сестрам дорогим,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навік Бог зріднив,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ми радіти в Нім!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2026-10-01T02:11:51Z</dcterms:created>
  <dcterms:modified xsi:type="dcterms:W3CDTF">2026-10-01T02:11:51Z</dcterms:modified>
</cp:coreProperties>
</file>