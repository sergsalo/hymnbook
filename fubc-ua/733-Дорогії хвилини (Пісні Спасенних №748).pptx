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Дорогії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Дорогії хвилини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нам послав,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любі браття і сестри в Христі.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присутній між нами,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Слові сказав;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ллється з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сердець щирий спів.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94282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5527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5433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приємно зустрітись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побачити вас,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залишивши земну суєту,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чудовім єднанні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славний цей час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радість відчути святу.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73226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4870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2393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святому зібранні,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зʼєднавши серця,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забули страждання земні,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свіжі сили знайшли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Господніх словах,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сміло і радісно йти.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61922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6174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3523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тісніше зʼєднаймось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Христа.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Очі в небо ясне піднесем,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одягнувшись в броню,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в бій проти зла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Господом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нашим Вождем.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0792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017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8923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2026-10-01T02:12:19Z</dcterms:created>
  <dcterms:modified xsi:type="dcterms:W3CDTF">2026-10-01T02:12:19Z</dcterms:modified>
</cp:coreProperties>
</file>