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побачили вас, друзі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побачили вас, друзі,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дорога ця зустріч нам!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земній тяжкій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для нас немов бальзам.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 вам, всім привіт вам!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сестри, всім привіт!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Господа любити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берегти Його Завіт.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сердечному єднанні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сьогодні з вами тут,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в приємнім спілкуванні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принесім хвалу Христу.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 вам, всім привіт вам!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сестри, всім привіт!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Господа любити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берегти Його Завіт.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яка велика радість: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в єдності з Христом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всі серця багаті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миром, щастям і теплом.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 вам, всім привіт вам!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сестри, всім привіт!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Господа любити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берегти Його Завіт.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Невимовне наше щастя,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краще всіх дарів землі.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спілкуваннях дружних наших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прославляймо Бога всі.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привіт вам, всім привіт вам!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сестри, всім привіт!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Господа любити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берегти Його Завіт.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2026-10-01T02:12:44Z</dcterms:created>
  <dcterms:modified xsi:type="dcterms:W3CDTF">2026-10-01T02:12:44Z</dcterms:modified>
</cp:coreProperties>
</file>