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Розлука нас з тобою жде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№750)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Розлука нас з тобою жде,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єдність духа збережем.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будем тут, ти будеш там –</a:t>
            </a:r>
            <a:endParaRPr lang="en-US" sz="4900" dirty="0"/>
          </a:p>
          <a:p>
            <a:pPr algn="ctr" indent="0" marL="0">
              <a:lnSpc>
                <a:spcPts val="5900"/>
              </a:lnSpc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Бог святий призначив нам.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1103535" y="3541014"/>
            <a:ext cx="0" cy="130683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94561" y="3541014"/>
            <a:ext cx="0" cy="1306830"/>
          </a:xfrm>
          <a:prstGeom prst="line">
            <a:avLst/>
          </a:prstGeom>
          <a:noFill/>
          <a:ln w="2393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87906" y="3892169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б дорога не вела,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нас збереже від зла.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будем йти лиш за Христом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вузьким святим шляхом.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061910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36186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31436" y="3898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більш зустрічі для нас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тут, на землі, Господь не дасть,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зустріч жде в краю святім,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увійдем в Отчий дім.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32484" y="354558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5612" y="354558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2767" y="3905631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2026-10-01T02:13:09Z</dcterms:created>
  <dcterms:modified xsi:type="dcterms:W3CDTF">2026-10-01T02:13:09Z</dcterms:modified>
</cp:coreProperties>
</file>