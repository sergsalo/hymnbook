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 і сестри наші, прощавайте!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№751)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 і сестри наші, прощавайте!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ми з вами вже останній раз!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Добре було нам 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щирім спілкуванні,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ось настав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сумний розлуки час.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487320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10776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0983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Разом ми з вами Господу служили,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разом трудились в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даний Богом час,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і горе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разом ми ділили,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ось настав розлуки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для нас.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2607818" y="3162300"/>
            <a:ext cx="0" cy="2857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90278" y="3162300"/>
            <a:ext cx="0" cy="2857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85528" y="4279900"/>
            <a:ext cx="1066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Друзі сердечні наші, прощавайте.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Йдіть по слідах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Спасителя Христа,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 молитвах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постійно памʼятайте,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щира любов хай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лишиться в серцях.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436139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61957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61017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2026-10-01T02:13:34Z</dcterms:created>
  <dcterms:modified xsi:type="dcterms:W3CDTF">2026-10-01T02:13:34Z</dcterms:modified>
</cp:coreProperties>
</file>