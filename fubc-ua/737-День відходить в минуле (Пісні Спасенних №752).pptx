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відходить в минуле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№752)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відходить в минуле,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так швидко іде...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Добре з вами нам бути,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далекий шлях жде.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0456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352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9258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Підем з вірою далі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дорозі вузькій,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борня і печалі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стрінуть нас на путі.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2760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7049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6955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борні силу мати,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 долати і біль,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треба більш нам здіймати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погляд свій у мольбі.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8521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1288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1194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не доведеться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мати зустріч нам тут,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знаєм: в небі поллється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спільна вдячність Христу.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3106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703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6609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розлуки не буде,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там без кінця,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бачити всюди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й велич Творця.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3895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913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5819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тепер нам в дорогу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збиратися час.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побачення! З Богом!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Памʼятайте про нас!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5041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768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4674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2026-10-01T02:13:58Z</dcterms:created>
  <dcterms:modified xsi:type="dcterms:W3CDTF">2026-10-01T02:13:58Z</dcterms:modified>
</cp:coreProperties>
</file>