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тебе Він зберігає,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доброму в житті навчає.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ми побачимось,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побачимось у небесах.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ми побачимось,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Він хай укріпляє,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духовний посилає.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ми побачимось,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побачимось у небесах.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ми побачимось,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 Він від всього злого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завжди молись до Нього.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ми побачимось,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побачимось у небесах.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ми побачимось,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Добрим прикладом будь всюди!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побачать світло люди!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ми побачимось,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побачимось у небесах.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ми побачимось,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до побачення!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2026-10-01T02:14:26Z</dcterms:created>
  <dcterms:modified xsi:type="dcterms:W3CDTF">2026-10-01T02:14:26Z</dcterms:modified>
</cp:coreProperties>
</file>