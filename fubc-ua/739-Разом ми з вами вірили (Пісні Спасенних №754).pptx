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ми з вами вірили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ми з вами вірили,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Христа любили,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дороги міряли,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і в заметілі.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9811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9998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9904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для Христа звершали ми,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Йому молились,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були незламними,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посилав нам сили.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7413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2395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301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 стояли в істині,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з нас глумились люди,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прагнули бути чистими,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нести усюди.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3093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6716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6622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дорогий і сонячний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нас веде могутній,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ми Йому поклонимось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вічно разом будем.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7525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283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2189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2026-10-01T02:14:55Z</dcterms:created>
  <dcterms:modified xsi:type="dcterms:W3CDTF">2026-10-01T02:14:55Z</dcterms:modified>
</cp:coreProperties>
</file>