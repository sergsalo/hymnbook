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Пастирю, веди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Пастирю, веди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довіряємось Тобі!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Бережи в земній долині,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без Тебе ми слабі.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Ісусе, о Ісусе,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купив нас, ми – Твої.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69237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28859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2791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бажаєм за Тобою,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за Тобою йти.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дорогою вузькою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Царство вічне нас веди.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Ісусе, о Ісусе,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купив нас, ми – Твої.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69237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28859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2791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прийняти всіх бажаєш,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кличеш кожного: «Прийди!»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провини тим прощаєш,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приносить їх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Ісусе, о Ісусе,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купив нас, ми – Твої.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69237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28859" y="275539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27919" y="31287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2026-09-30T21:43:26Z</dcterms:created>
  <dcterms:modified xsi:type="dcterms:W3CDTF">2026-09-30T21:43:26Z</dcterms:modified>
</cp:coreProperties>
</file>