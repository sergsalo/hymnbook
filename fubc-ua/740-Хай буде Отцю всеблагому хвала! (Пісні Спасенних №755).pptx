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 · rows:1,2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 · rows:2,2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 · rows:2,2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Хай буде Отцю всеблагому хвала!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№755)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Хай буде Отцю всеблагому хвала!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Господня любов нас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 смерті спасла.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Алілуя, честь і слава!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Алілуя навік!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Алілуя, честь і слава!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Бог з нами! Амінь.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Спасителю наш,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прославляєм Тебе: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спасіння з небес Ти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приніс для людей.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Алілуя, честь і слава!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Алілуя навік!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Алілуя, честь і слава!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Бог з нами! Амінь.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Наш Господи сил! В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вічнім Дусі Святім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прослався й веди нас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небесний Свій дім.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Алілуя, честь і слава!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Алілуя навік!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Алілуя, честь і слава!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Бог з нами! Амінь.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2026-10-01T02:15:20Z</dcterms:created>
  <dcterms:modified xsi:type="dcterms:W3CDTF">2026-10-01T02:15:20Z</dcterms:modified>
</cp:coreProperties>
</file>