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віднині мене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віднині мене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 земній долині вперед веди.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 я не зможу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шлях пройти,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підтримай,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дорозі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Твій мир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скорботах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духом підкріплятись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словах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 у вірі твердість,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зміцни,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сумніви від серця Сам віджени.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життя дочасне закінчу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хай в небо ясне рука Твоя.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віднині мене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 земній долині вперед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2026-10-01T02:15:48Z</dcterms:created>
  <dcterms:modified xsi:type="dcterms:W3CDTF">2026-10-01T02:15:48Z</dcterms:modified>
</cp:coreProperties>
</file>