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Ісусе! Ти мене ведеш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Ісусе! Ти мене ведеш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Тобою пройденим шляхом,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щоденно бережеш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вчиш перемагати зло.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Ісусе! Ти мене ведеш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правдивим і вузьким.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край мене введеш,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жде бажаний Отчий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мій! Лише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відомі всі діла, думки.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любо, солодко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в Твоїх руках святих!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Ісусе! Ти мене ведеш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правдивим і вузьким.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край мене введеш,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жде бажаний Отчий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долинами іду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сходжу на вершини гір,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присутність бачу скрізь Твою,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в моєму серці мир.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Ісусе! Ти мене ведеш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правдивим і вузьким.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край мене введеш,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жде бажаний Отчий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Належу я Тобі цілком,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 руках Своїх держи,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керуй завжди моїм шляхом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як цього бажаєш Ти.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Ісусе! Ти мене ведеш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правдивим і вузьким.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край мене введеш,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жде бажаний Отчий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Розсіється колись туман,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в промінні золотім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побачу славний Ханаан,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 славі вічній сяєш Ти.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Ісусе! Ти мене ведеш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правдивим і вузьким.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край мене введеш,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жде бажаний Отчий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2026-10-01T02:16:13Z</dcterms:created>
  <dcterms:modified xsi:type="dcterms:W3CDTF">2026-10-01T02:16:13Z</dcterms:modified>
</cp:coreProperties>
</file>