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Єгово, через хвилі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Єгово, через хвилі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пустелі нас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без Тебе малосилі,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нами завжди йди.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Манну з неба, манну з неба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щоденно посилай.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відкрий живі потоки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дорогих дарів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стовп вогняний Твій високий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веде дітей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Ісусе, о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для наших душ щитом!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підійдем до Йордану,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крізь води проведи,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народ до Ханаану,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Ти Сам введи.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 хваління, спів хваління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залунає там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2026-10-01T02:16:39Z</dcterms:created>
  <dcterms:modified xsi:type="dcterms:W3CDTF">2026-10-01T02:16:39Z</dcterms:modified>
</cp:coreProperties>
</file>