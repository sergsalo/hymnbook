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сміливо підем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№759)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сміливо підем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шляху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довіримось цілком Ісусу.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Силу і натхнення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труда Він дасть,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довіримось цілком Ісусу.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Прояснiє шлях тоді,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буде назавжди,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сильні у борні,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довіримось цілком Ісусу.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Стануть нам обітниці Христа ясні,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довіримось цілком Ісусу.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Благодаттю сповнимось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 більш тоді,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довіримось цілком Ісусу.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Прояснiє шлях тоді,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буде назавжди,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сильні у борні,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довіримось цілком Ісусу.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Волю Божу будемо сповняти ми,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довіримось цілком Ісусу.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у вічній славі будем жити з Ним,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довіримось цілком Ісусу.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Прояснiє шлях тоді,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буде назавжди,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сильні у борні,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довіримось цілком Ісусу.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2026-10-01T02:17:04Z</dcterms:created>
  <dcterms:modified xsi:type="dcterms:W3CDTF">2026-10-01T02:17:04Z</dcterms:modified>
</cp:coreProperties>
</file>