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 мною, Господи, лишись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№760)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 мною, Господи, лишись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світі зла і суєти,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в Тебе спокій для душі,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мене втіха – тільки Ти.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236523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61573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60633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 я з хвалою йду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моє спасіння Ти звершив;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біля ніг Твоїх знайду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бальзам цілющий для душі.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264920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33176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32236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хочу, щоб моє життя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належало Тобі.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Собою серце наповняй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мною вічно володій.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018436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79660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78720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дні скорбот, у дні гонінь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бути вірним до кінця;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вабить неба височінь,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оселі вічного Отця.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523467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4629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73689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2026-10-01T02:17:30Z</dcterms:created>
  <dcterms:modified xsi:type="dcterms:W3CDTF">2026-10-01T02:17:30Z</dcterms:modified>
</cp:coreProperties>
</file>