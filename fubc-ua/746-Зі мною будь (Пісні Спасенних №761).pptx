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будь,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в світі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навкруги ще більш густіє мла,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ослабну на своїй путі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піддержи, скрізь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у Тобі лиш захист свій знайду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знов вперед упевнено піду.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світлий день і темної пори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завжди, мій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ворог вже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не страшний,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будеш поруч Ти, о Боже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біди зможу я перенести,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укріпи і будь зі мною 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мій, мене не залишай,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проведи крізь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морок в світлий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стріти вічний ранок 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смерті,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зі мною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2026-10-01T02:17:56Z</dcterms:created>
  <dcterms:modified xsi:type="dcterms:W3CDTF">2026-10-01T02:17:56Z</dcterms:modified>
</cp:coreProperties>
</file>