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Промінь сонячний останній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Промінь сонячний останній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заяснів і згас.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наш, залишся з нами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цей вечірній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древній в тьмі постійно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робить зло і гріх;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ж захищені надійно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Твоїх.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овечок всіх додому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пастухи ведуть;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як Пастир дивним Словом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освітлюй путь.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зціли сердечні рани,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сумнів прожени,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додай, як важко стане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земній борні.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Землю морок покриває,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важко далі йти.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спокуси налягають,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проведи!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води живі потоки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душу проливай,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повсякчас святі уроки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закріпляй.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Промінь сонячний останній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заяснів і згас.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наш, залишся з нами,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покинь Ти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смерті час настане,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наш укріпи,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всі переживання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край веди.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2026-10-01T02:18:22Z</dcterms:created>
  <dcterms:modified xsi:type="dcterms:W3CDTF">2026-10-01T02:18:22Z</dcterms:modified>
</cp:coreProperties>
</file>