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зі мною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зі мною будь і бережи,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короткі дні я всі прожив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Книгою книг в руках,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Словом Твоїм в устах.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зі мною будь і бережи!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Мудрість Свою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даруй, слово в уста,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серце любов пошли,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Духом сповняй.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потрібно, дай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проводжай в Свій край.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зі мною будь і бережи!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 не проходив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слів вірних дай,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сповіщав усім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подвиг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буде ворог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 проти мене в бій,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зі мною будь і бережи!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гріх принадами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хоче звести,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спокус дай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свято пройти.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Тобі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бути допоможи,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зі мною будь і бережи!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2026-10-01T02:18:47Z</dcterms:created>
  <dcterms:modified xsi:type="dcterms:W3CDTF">2026-10-01T02:18:47Z</dcterms:modified>
</cp:coreProperties>
</file>