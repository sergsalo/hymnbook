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Поволі гасне промінь золотий...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Поволі гасне промінь золотий...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Ісусе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знов до Тебе кличу в тісноті,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мої страждання бачиш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Сумний цей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розтанув в темноті,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погасла радість, і на серці тінь.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Жорстокість, підступ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злоба навкруг...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залишись,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Ти – мій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Благаю: залишися не на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на день, і навіть не на рік.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Сказав Ти: «Буду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вами до кінця!»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назавжди лишись, як обіцяв.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будь зі мною, як Володар сил,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візьми мене під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ніжних крил,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відхили мою просту мольбу,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завжди зі мною будь.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Ти, Господи, мене від смерті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в борні з гріхом я кожен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будь у битві цій мені Вождем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темну ніч, так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світлий день.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Нічого в світі не боюся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в Твоїй руці рука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Тобі я довіряю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 мій, зі мною завжди будь.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2026-10-01T02:19:13Z</dcterms:created>
  <dcterms:modified xsi:type="dcterms:W3CDTF">2026-10-01T02:19:13Z</dcterms:modified>
</cp:coreProperties>
</file>