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 Господь і Бог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 Господь і Бог,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Ти спас,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даруєш серцю мир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всякий час.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Тебе, Тебе благаю,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Спасе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мене до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спокій Свій.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 Господь і Бог,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охороняй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спокусах всіх.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Тебе, Тебе благаю,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Спасе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мене до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спокій Свій.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 Господь і Бог,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в Свій край.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втомлюся йти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залишай.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Тебе, Тебе благаю,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Спасе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мене до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спокій Свій.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 Господь і Бог,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я віддаю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цілком себе.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Тебе, Тебе благаю,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Спасе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мене до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спокій Свій.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 Господь і Бог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Пастир мій.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Навіки я слуга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покірний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Тебе, Тебе благаю,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Спасе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мене до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спокій Свій.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2026-09-30T17:51:58Z</dcterms:created>
  <dcterms:modified xsi:type="dcterms:W3CDTF">2026-09-30T17:51:58Z</dcterms:modified>
</cp:coreProperties>
</file>