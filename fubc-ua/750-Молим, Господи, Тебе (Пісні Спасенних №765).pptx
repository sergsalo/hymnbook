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Молим, Господи,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Молим, Господи, Тебе: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на нас поглянь з небес.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слова Твої святі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провадять у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нас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Своїм шляхом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завжди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 ми були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благодаті укріпи,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 жити поможи,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спокій Твій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народ ми, Боже,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нас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Своїм шляхом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завжди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 ми були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Щиро молимось Тобі: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почуй нас з висоти.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Вірим, що настане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візьмеш Ти до Себе нас.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нас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Своїм шляхом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завжди у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 ми були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2026-10-01T02:19:39Z</dcterms:created>
  <dcterms:modified xsi:type="dcterms:W3CDTF">2026-10-01T02:19:39Z</dcterms:modified>
</cp:coreProperties>
</file>