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||:4-4:||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||:4-4:||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||:4-4:||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||:4-4:||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||:4-4:||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||:4-4:||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нами будь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№766)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нами будь, благаєм, Спасе,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вже вечір настає.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Добре нам з Тобою разом,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Слово любе нам Твоє.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150516" y="43403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47580" y="43403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46640" y="43174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5900"/>
              </a:lnSpc>
              <a:buNone/>
            </a:pPr>
            <a:r>
              <a:rPr lang="en-US" sz="49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лишай у час тривожний,</a:t>
            </a:r>
            <a:endParaRPr lang="en-US" sz="4900" dirty="0"/>
          </a:p>
          <a:p>
            <a:pPr algn="ctr" indent="0" marL="0">
              <a:lnSpc>
                <a:spcPts val="5900"/>
              </a:lnSpc>
              <a:buNone/>
            </a:pPr>
            <a:r>
              <a:rPr lang="en-US" sz="49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ясним будь світлом нам.</a:t>
            </a:r>
            <a:endParaRPr lang="en-US" sz="4900" dirty="0"/>
          </a:p>
          <a:p>
            <a:pPr algn="ctr" indent="0" marL="0">
              <a:lnSpc>
                <a:spcPts val="5900"/>
              </a:lnSpc>
              <a:buNone/>
            </a:pPr>
            <a:r>
              <a:rPr lang="en-US" sz="49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лишай, наш любий Боже,</a:t>
            </a:r>
            <a:endParaRPr lang="en-US" sz="4900" dirty="0"/>
          </a:p>
          <a:p>
            <a:pPr algn="ctr" indent="0" marL="0">
              <a:lnSpc>
                <a:spcPts val="5900"/>
              </a:lnSpc>
              <a:buNone/>
            </a:pPr>
            <a:r>
              <a:rPr lang="en-US" sz="49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дні скорбот будь з нами Сам.</a:t>
            </a:r>
            <a:endParaRPr lang="en-US" sz="4900" dirty="0"/>
          </a:p>
        </p:txBody>
      </p:sp>
      <p:sp>
        <p:nvSpPr>
          <p:cNvPr id="3" name="Shape 1"/>
          <p:cNvSpPr/>
          <p:nvPr/>
        </p:nvSpPr>
        <p:spPr>
          <a:xfrm>
            <a:off x="1049395" y="4287774"/>
            <a:ext cx="0" cy="560070"/>
          </a:xfrm>
          <a:prstGeom prst="line">
            <a:avLst/>
          </a:prstGeom>
          <a:noFill/>
          <a:ln w="23935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48701" y="4287774"/>
            <a:ext cx="0" cy="560070"/>
          </a:xfrm>
          <a:prstGeom prst="line">
            <a:avLst/>
          </a:prstGeom>
          <a:noFill/>
          <a:ln w="23935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42046" y="4265549"/>
            <a:ext cx="1036320" cy="60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нами будь: без Тебе страшно,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світ гріховний нам чужий.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Тільки Ти – опора наша,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щит надійний і міцний.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127402" y="43403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70694" y="43403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69754" y="43174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5900"/>
              </a:lnSpc>
              <a:buNone/>
            </a:pPr>
            <a:r>
              <a:rPr lang="en-US" sz="49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лишай у час тривожний,</a:t>
            </a:r>
            <a:endParaRPr lang="en-US" sz="4900" dirty="0"/>
          </a:p>
          <a:p>
            <a:pPr algn="ctr" indent="0" marL="0">
              <a:lnSpc>
                <a:spcPts val="5900"/>
              </a:lnSpc>
              <a:buNone/>
            </a:pPr>
            <a:r>
              <a:rPr lang="en-US" sz="49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ясним будь світлом нам.</a:t>
            </a:r>
            <a:endParaRPr lang="en-US" sz="4900" dirty="0"/>
          </a:p>
          <a:p>
            <a:pPr algn="ctr" indent="0" marL="0">
              <a:lnSpc>
                <a:spcPts val="5900"/>
              </a:lnSpc>
              <a:buNone/>
            </a:pPr>
            <a:r>
              <a:rPr lang="en-US" sz="49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лишай, наш любий Боже,</a:t>
            </a:r>
            <a:endParaRPr lang="en-US" sz="4900" dirty="0"/>
          </a:p>
          <a:p>
            <a:pPr algn="ctr" indent="0" marL="0">
              <a:lnSpc>
                <a:spcPts val="5900"/>
              </a:lnSpc>
              <a:buNone/>
            </a:pPr>
            <a:r>
              <a:rPr lang="en-US" sz="49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дні скорбот будь з нами Сам.</a:t>
            </a:r>
            <a:endParaRPr lang="en-US" sz="4900" dirty="0"/>
          </a:p>
        </p:txBody>
      </p:sp>
      <p:sp>
        <p:nvSpPr>
          <p:cNvPr id="3" name="Shape 1"/>
          <p:cNvSpPr/>
          <p:nvPr/>
        </p:nvSpPr>
        <p:spPr>
          <a:xfrm>
            <a:off x="1049395" y="4287774"/>
            <a:ext cx="0" cy="560070"/>
          </a:xfrm>
          <a:prstGeom prst="line">
            <a:avLst/>
          </a:prstGeom>
          <a:noFill/>
          <a:ln w="23935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48701" y="4287774"/>
            <a:ext cx="0" cy="560070"/>
          </a:xfrm>
          <a:prstGeom prst="line">
            <a:avLst/>
          </a:prstGeom>
          <a:noFill/>
          <a:ln w="23935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42046" y="4265549"/>
            <a:ext cx="1036320" cy="60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нами будь, утверджуй віру,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укріпляй духовно нас.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Тебе благаєм щиро: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нами будь у всякий час!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610970" y="43403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87126" y="43403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86186" y="43174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5900"/>
              </a:lnSpc>
              <a:buNone/>
            </a:pPr>
            <a:r>
              <a:rPr lang="en-US" sz="49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лишай у час тривожний,</a:t>
            </a:r>
            <a:endParaRPr lang="en-US" sz="4900" dirty="0"/>
          </a:p>
          <a:p>
            <a:pPr algn="ctr" indent="0" marL="0">
              <a:lnSpc>
                <a:spcPts val="5900"/>
              </a:lnSpc>
              <a:buNone/>
            </a:pPr>
            <a:r>
              <a:rPr lang="en-US" sz="49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ясним будь світлом нам.</a:t>
            </a:r>
            <a:endParaRPr lang="en-US" sz="4900" dirty="0"/>
          </a:p>
          <a:p>
            <a:pPr algn="ctr" indent="0" marL="0">
              <a:lnSpc>
                <a:spcPts val="5900"/>
              </a:lnSpc>
              <a:buNone/>
            </a:pPr>
            <a:r>
              <a:rPr lang="en-US" sz="49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лишай, наш любий Боже,</a:t>
            </a:r>
            <a:endParaRPr lang="en-US" sz="4900" dirty="0"/>
          </a:p>
          <a:p>
            <a:pPr algn="ctr" indent="0" marL="0">
              <a:lnSpc>
                <a:spcPts val="5900"/>
              </a:lnSpc>
              <a:buNone/>
            </a:pPr>
            <a:r>
              <a:rPr lang="en-US" sz="49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дні скорбот будь з нами Сам.</a:t>
            </a:r>
            <a:endParaRPr lang="en-US" sz="4900" dirty="0"/>
          </a:p>
        </p:txBody>
      </p:sp>
      <p:sp>
        <p:nvSpPr>
          <p:cNvPr id="3" name="Shape 1"/>
          <p:cNvSpPr/>
          <p:nvPr/>
        </p:nvSpPr>
        <p:spPr>
          <a:xfrm>
            <a:off x="1049395" y="4287774"/>
            <a:ext cx="0" cy="560070"/>
          </a:xfrm>
          <a:prstGeom prst="line">
            <a:avLst/>
          </a:prstGeom>
          <a:noFill/>
          <a:ln w="23935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48701" y="4287774"/>
            <a:ext cx="0" cy="560070"/>
          </a:xfrm>
          <a:prstGeom prst="line">
            <a:avLst/>
          </a:prstGeom>
          <a:noFill/>
          <a:ln w="23935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42046" y="4265549"/>
            <a:ext cx="1036320" cy="60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2026-10-01T02:20:04Z</dcterms:created>
  <dcterms:modified xsi:type="dcterms:W3CDTF">2026-10-01T02:20:04Z</dcterms:modified>
</cp:coreProperties>
</file>