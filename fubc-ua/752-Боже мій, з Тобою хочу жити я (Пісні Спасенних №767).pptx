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з Тобою хочу жити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з Тобою хочу жити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Тобі служити з радістю щодня.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мене за руку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цім тримай,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земній дорозі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падати не дай.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44088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4008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53068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слабіють сили і втомляюсь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мене зміцняє благодать Твоя.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надія, віра в серці пломенять,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Тебе я щиро,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прославляв.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47518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50578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4963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лиш з Тобою хочу я іти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Небесне Царство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 увійти.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мене ніколи, Боже, не лишай,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земній юдолі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утішай.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419475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621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77681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2026-10-01T02:20:31Z</dcterms:created>
  <dcterms:modified xsi:type="dcterms:W3CDTF">2026-10-01T02:20:31Z</dcterms:modified>
</cp:coreProperties>
</file>