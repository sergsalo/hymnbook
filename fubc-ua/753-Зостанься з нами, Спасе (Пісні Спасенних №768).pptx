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Зостанься з нами, Спасе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№768)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Зостанься з нами, Спасе,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благаєм знов.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Зайшло за обрій сонце,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вечір надійшов...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темрява вкриває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земний весь краєвид.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дай не загубити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мандрівці нам Твій слід!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земній важкій дорозі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ніколи не лишай,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Своє благословіння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знеможеним нам дай.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Зміцни для боротьби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неправдою та злом,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далі прямувати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Твоїм вузьким шляхом.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нам стане важко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вузьким шляхом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візьми за руку, Спасе,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далі нас веди.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Тобою нам так добре,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зла нам не страшний,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по Твоєму слову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втихає буревій.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2026-10-01T02:20:58Z</dcterms:created>
  <dcterms:modified xsi:type="dcterms:W3CDTF">2026-10-01T02:20:58Z</dcterms:modified>
</cp:coreProperties>
</file>