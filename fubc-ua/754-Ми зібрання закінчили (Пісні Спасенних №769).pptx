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зібрання закінчили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№769)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зібрання закінчили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додому йдем.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Все, чого ми тут навчились,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серцях несем.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Мирно, тихо і спокійно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додому йдем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Господнє Слово вічне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серцях несем.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Отже, друзі, будем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зібрання 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учитись, як по правді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життя вести.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Мирно, тихо і спокійно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додому йдем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Господнє Слово вічне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серцях несем.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Бог продовжить милість,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зберемось знов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то в будень, чи в неділю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прославлять Його.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Мирно, тихо і спокійно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додому йдем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Господнє Слово вічне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серцях несем.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2026-10-01T02:21:24Z</dcterms:created>
  <dcterms:modified xsi:type="dcterms:W3CDTF">2026-10-01T02:21:24Z</dcterms:modified>
</cp:coreProperties>
</file>