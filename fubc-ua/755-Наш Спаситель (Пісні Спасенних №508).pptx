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№508)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Спаситель на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місто із сумом дививсь,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страждання чекали Його.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Ісус не за Себе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сльози лив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оплакував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грішний народ.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932430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65666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64726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і спокій бажав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усім принести,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любовʼю святою горів.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прийшов, щоби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жертва Його на хресті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відкупила людей від гріхів.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49451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8645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47705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Голгофі страждальця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розпʼяли,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пролилась там із ран кров свята.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«О, для чого залишив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Мене, Боже Мій!»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ввись молитва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неслась до Отця.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73681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4415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23475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Морок всюди настав,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почорнів сонця диск,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основи хитнулися скель...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тебе і мене, 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друже, спасти,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Божий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Агнець помер!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829077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69019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68079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2026-10-01T02:22:08Z</dcterms:created>
  <dcterms:modified xsi:type="dcterms:W3CDTF">2026-10-01T02:22:08Z</dcterms:modified>
</cp:coreProperties>
</file>