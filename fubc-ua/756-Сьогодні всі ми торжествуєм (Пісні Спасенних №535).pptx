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всі ми торжествуєм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всі ми торжествуєм,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радість вічна дана нам;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воскрес, і ми святкуєм,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радіємо сповна!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у Христі ми маєм,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всіх нас відкупив;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шлях земний звершаєм,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– джерела вічних сил.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сміло за Христом крокуєм,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сильні силою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сили тьми кругом лютують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не здолає зло.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серцях горить вогонь любові,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хвала в устах.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прапор здіймем вгору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будем славити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на вечері Агнця,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нас готове місце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небесна нас чекає манна,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– вічний Бога храм.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Одежа в небі білосніжна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готується для нас;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ми любим ніжно,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воскрес і всіх нас спас!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2026-10-01T02:22:34Z</dcterms:created>
  <dcterms:modified xsi:type="dcterms:W3CDTF">2026-10-01T02:22:34Z</dcterms:modified>
</cp:coreProperties>
</file>