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||:3-4:||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||:3-4:||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Божа любов огортає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Божа любов огортає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людей, що живуть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світ досі в невірʼї блукає,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гинуть в неправді і злі.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почує святе повеління,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зрозумівши глибінь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людських мук?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євангельське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спасіння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понесе у гріховну пітьму?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69034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9062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812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Вчувши заклик, рішуче ми стали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цей шлях, де криваві сліди.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давніх пір ним ішли християни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Ісусом на подвиг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вогонь, що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запалив в них,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загасити не зміг буревій.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Сиві старці цю істину дивну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донесли до теперішніх днів.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22654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5442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7450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немало було серед вірних,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життя віддали за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Закликає Бог юних і сильних,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себе кожен в жертву віддав,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 справу величну спасіння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йшли на подвиг тепер молоді,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цім дорученім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Богом служінні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трудитися вірно могли.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2100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709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7615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 Божої світлі знамена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візьмем з рук вірних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старців скоріш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час цей останній, буремний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понесем світоч правди у тьмі.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шумітимуть знов непогоди,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стіймо твердо і мужньо всякчас!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сонце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й свободи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ніколи не зайде для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1996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813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719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2026-10-01T02:23:00Z</dcterms:created>
  <dcterms:modified xsi:type="dcterms:W3CDTF">2026-10-01T02:23:00Z</dcterms:modified>
</cp:coreProperties>
</file>