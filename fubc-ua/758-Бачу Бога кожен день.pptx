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||:3-4:||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||:3-4:||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1/2 · rows:2,1,1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2/2 · ||:3-4:||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Бога кожен день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Бога кожен день,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відкрию вранці свої очі,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дивнім небі голубім,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перевеслі золотім,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промінь сонця.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Ти, Нескінчений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Нескінчений Бог Отець,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незмінний у любові.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Милосердний і Святий,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на небі й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землі благословен!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Ти, Бог благий,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Тобі, навіки слава!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18285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9811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78871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Бога кожен день: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райдузі у небі та дощеві,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пелюстках троянди, у росі,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птахах, що восени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летять у вирій.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Ти, Нескінчений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Нескінчений Бог Отець,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незмінний у любові.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Милосердний і Святий,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на небі й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землі благословен!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Ти, Бог благий,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Тобі, навіки слава!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18285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9811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78871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Бачу Бога кожен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шляху моїм, що йде до Неба.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серці Духом Ти живеш,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 пісні, що Ти даєш,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співать для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Ти, Нескінчений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Творець,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Нескінчений Бог Отець,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незмінний у любові.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Милосердний і Святий,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на небі й на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землі благословен!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Всюди Ти, Бог благий,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Тобі, навіки слава!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18285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9811" y="394411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78871" y="43174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2026-10-01T20:17:20Z</dcterms:created>
  <dcterms:modified xsi:type="dcterms:W3CDTF">2026-10-01T20:17:20Z</dcterms:modified>
</cp:coreProperties>
</file>