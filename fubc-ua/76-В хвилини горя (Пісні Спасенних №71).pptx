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хвилини горя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хвилини горя в життєвім морі,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страждання вкривають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молюсь в покорі,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Милосердний, зі мною будь.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прагне серце моє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вже стомився в борні земній.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благаю: лишись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час страждання, о Боже мій.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 і неправда панують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навколо відблиск гріха вогнів,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потопають в невірʼї люди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все ознаки останніх днів.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прагне серце моє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вже стомився в борні земній.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благаю: лишись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час страждання, о Боже мій.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вірю, Боже, настане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беззаконням і злу кінець,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журби не буде, скінчиться горе,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одержу в небі життя вінець.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прагне серце моє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вже стомився в борні земній.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благаю: лишись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час страждання, о Боже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2026-09-30T17:52:06Z</dcterms:created>
  <dcterms:modified xsi:type="dcterms:W3CDTF">2026-09-30T17:52:06Z</dcterms:modified>
</cp:coreProperties>
</file>