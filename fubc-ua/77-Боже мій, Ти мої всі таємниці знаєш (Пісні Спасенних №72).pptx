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Ти мої всі таємниці знаєш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Ти мої всі таємниці знаєш,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скорботи серця й біль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стріла гріха наносить рани,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 Ти, знаєш Ти, знаєш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 Ти, як я часто серцем знемагаю,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бажаю жити в чистоті,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з Тобою до святого краю,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 йти, вірно йти, вірно йти.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кров Твоя свята за всіх лилася,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й гонителів бажав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молитві до Отця звертався: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«Їм прости, їм прости, їм прости».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я, що спасенних і омитих кровʼю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провадиш по вузькій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якщо впаду, то Ти з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прости, гріх прости, гріх прости.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2026-09-30T17:52:14Z</dcterms:created>
  <dcterms:modified xsi:type="dcterms:W3CDTF">2026-09-30T17:52:14Z</dcterms:modified>
</cp:coreProperties>
</file>