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Твоїх, Ісусе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Твоїх, Ісусе, несу тягар гріхів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вірою дивлюся на хрест Голгофський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кров Твоя пречиста провини змиє всі,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 й очисти і спокій дай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дай душі.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 Тобі в покорі убоге серце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 безсмертним Словом змінив моє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переніс страждання за мене на хресті,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себе оправдання знайшов я лиш 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лиш в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віковічній Скелі стоїть моя душа,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Твоїй святій оселі поселена вона.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 Імʼя я славлю, Ісусе дорогий,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Перший і Останній, Христос, Спаситель мій,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Спаситель мій.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2026-09-30T17:52:23Z</dcterms:created>
  <dcterms:modified xsi:type="dcterms:W3CDTF">2026-09-30T17:52:23Z</dcterms:modified>
</cp:coreProperties>
</file>