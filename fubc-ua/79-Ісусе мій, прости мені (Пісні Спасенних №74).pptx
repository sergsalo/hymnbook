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 мій, прости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 мій, прости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провини всі мої,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обмий в крові Своїй святій,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вічний мир душі моїй.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Незлічені гріхи мої,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огидні та страшні.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Твоя прощає 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й мир дає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Приношу серце я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очисти і прости,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вузьким вперед 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жити так, як хочеш 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Почуй, помилуй і прости,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надія – лиш в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 вірі укріпи,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 духовних для борні.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2026-09-30T17:52:31Z</dcterms:created>
  <dcterms:modified xsi:type="dcterms:W3CDTF">2026-09-30T17:52:31Z</dcterms:modified>
</cp:coreProperties>
</file>