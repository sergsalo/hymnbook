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Христові - слава вся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старання всі марні,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замість спадку борг —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Даремно будувати дім,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не будує Бог.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хвалиться прийдешнім днем,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Той істину забув: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Життя — немов ранкова мла,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слава вся — Христу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Вся слава Господу Христу!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Вся слава — лиш Йому!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Царює Він — звучить наш спів!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Вся слава Господу!</a:t>
            </a:r>
            <a:endParaRPr lang="en-US" sz="4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воля станеться Його,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Царство хай прийде,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хліб щоденний наш — хвала!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Любов Він нам дає.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Господа жива вода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Всіх спраглих оживить,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з серця лине доброта,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Хвала Йому звучить!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Вся слава Господу Христу!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Вся слава — лиш Йому!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Царює Він — звучить наш спів!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Вся слава Господу!</a:t>
            </a:r>
            <a:endParaRPr lang="en-US" sz="4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Настане день — наш вічний Бог,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вірний, і святий,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 Агнець, що за жертву став,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Нове все сотворить.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Бог назавжди серед нас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Засяє, мов зоря,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ми — повік Його народ,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Христові — слава вся.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Вся слава Господу Христу!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Вся слава — лиш Йому!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Царює Він — звучить наш спів!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Вся слава Господу!</a:t>
            </a:r>
            <a:endParaRPr lang="en-US" sz="4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Вся слава Господу Христу!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Вся слава — лиш Йому!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Царює Він — звучить наш спів!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Вся слава Господу!</a:t>
            </a:r>
            <a:endParaRPr lang="en-US" sz="4800" dirty="0"/>
          </a:p>
          <a:p>
            <a:pPr algn="ctr" indent="0" marL="0">
              <a:buNone/>
            </a:pP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4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2026-09-24T02:45:27Z</dcterms:created>
  <dcterms:modified xsi:type="dcterms:W3CDTF">2026-09-24T02:45:27Z</dcterms:modified>
</cp:coreProperties>
</file>