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70" r:id="rId7"/>
    <p:sldId id="265" r:id="rId8"/>
    <p:sldId id="266" r:id="rId9"/>
    <p:sldId id="271" r:id="rId10"/>
    <p:sldId id="272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CA41ED-6939-3C10-FD73-328BA4893E36}" v="8" dt="2026-07-05T10:22:37.5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2" autoAdjust="0"/>
    <p:restoredTop sz="94660"/>
  </p:normalViewPr>
  <p:slideViewPr>
    <p:cSldViewPr snapToGrid="0">
      <p:cViewPr varScale="1">
        <p:scale>
          <a:sx n="89" d="100"/>
          <a:sy n="89" d="100"/>
        </p:scale>
        <p:origin x="8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079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371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369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76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00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53355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54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695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4169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5727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22617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FFB779-270B-4192-84BA-A697F48306DC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DC19C-03DA-4066-9FF7-D0BF1BC6D6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49794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 vert="horz" lIns="91440" tIns="45720" rIns="91440" bIns="45720" rtlCol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Коли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старання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всі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марні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, </a:t>
            </a:r>
            <a:endParaRPr lang="en-US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І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замість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спадку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борг —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Даремно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будувати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дім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, 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Як не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будує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Бог.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351651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Хто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хвалиться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прийдешнім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днем, </a:t>
            </a:r>
          </a:p>
          <a:p>
            <a:pPr algn="ctr">
              <a:lnSpc>
                <a:spcPct val="100000"/>
              </a:lnSpc>
            </a:pP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Той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істину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забув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: </a:t>
            </a:r>
          </a:p>
          <a:p>
            <a:pPr algn="ctr">
              <a:lnSpc>
                <a:spcPct val="100000"/>
              </a:lnSpc>
            </a:pP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Життя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—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немов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ранкова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мла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, </a:t>
            </a:r>
          </a:p>
          <a:p>
            <a:pPr algn="ctr">
              <a:lnSpc>
                <a:spcPct val="100000"/>
              </a:lnSpc>
            </a:pP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А слава вся — Христу</a:t>
            </a:r>
            <a:endParaRPr lang="ru-RU" sz="66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7882039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Господу Христу! </a:t>
            </a:r>
            <a:endParaRPr lang="en-US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— </a:t>
            </a: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лиш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Йому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Царює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— </a:t>
            </a: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звучить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наш </a:t>
            </a:r>
            <a:r>
              <a:rPr lang="ru-RU" sz="6600" b="1" i="1" dirty="0" err="1">
                <a:solidFill>
                  <a:schemeClr val="bg1"/>
                </a:solidFill>
                <a:ea typeface="+mj-lt"/>
                <a:cs typeface="+mj-lt"/>
              </a:rPr>
              <a:t>спів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 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Господу!</a:t>
            </a:r>
            <a:endParaRPr lang="ru-RU" sz="6600" b="1" i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3925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>
                <a:solidFill>
                  <a:schemeClr val="bg1"/>
                </a:solidFill>
                <a:ea typeface="+mj-lt"/>
                <a:cs typeface="+mj-lt"/>
              </a:rPr>
              <a:t>Хай воля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станеться</a:t>
            </a:r>
            <a:r>
              <a:rPr lang="ru-RU" sz="6600" b="1">
                <a:solidFill>
                  <a:schemeClr val="bg1"/>
                </a:solidFill>
                <a:ea typeface="+mj-lt"/>
                <a:cs typeface="+mj-lt"/>
              </a:rPr>
              <a:t> Його, </a:t>
            </a:r>
            <a:endParaRPr lang="en-US" sz="36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>
                <a:solidFill>
                  <a:schemeClr val="bg1"/>
                </a:solidFill>
                <a:ea typeface="+mj-lt"/>
                <a:cs typeface="+mj-lt"/>
              </a:rPr>
              <a:t>І Царство хай прийде, </a:t>
            </a:r>
            <a:endParaRPr lang="ru-RU" sz="36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хліб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щоденний</a:t>
            </a:r>
            <a:r>
              <a:rPr lang="ru-RU" sz="6600" b="1">
                <a:solidFill>
                  <a:schemeClr val="bg1"/>
                </a:solidFill>
                <a:ea typeface="+mj-lt"/>
                <a:cs typeface="+mj-lt"/>
              </a:rPr>
              <a:t> наш — хвала! </a:t>
            </a:r>
            <a:endParaRPr lang="ru-RU" sz="36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Любов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нам </a:t>
            </a: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дає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.</a:t>
            </a:r>
            <a:endParaRPr lang="ru-RU" sz="66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5783334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7200" b="1">
                <a:solidFill>
                  <a:schemeClr val="bg1"/>
                </a:solidFill>
                <a:ea typeface="+mj-lt"/>
                <a:cs typeface="+mj-lt"/>
              </a:rPr>
              <a:t>Хай Господа жива вода </a:t>
            </a:r>
            <a:endParaRPr lang="en-US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Всіх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спраглих</a:t>
            </a:r>
            <a:r>
              <a:rPr lang="ru-RU" sz="7200" b="1">
                <a:solidFill>
                  <a:schemeClr val="bg1"/>
                </a:solidFill>
                <a:ea typeface="+mj-lt"/>
                <a:cs typeface="+mj-lt"/>
              </a:rPr>
              <a:t> оживить,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>
                <a:solidFill>
                  <a:schemeClr val="bg1"/>
                </a:solidFill>
                <a:ea typeface="+mj-lt"/>
                <a:cs typeface="+mj-lt"/>
              </a:rPr>
              <a:t>Хай з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серця</a:t>
            </a:r>
            <a:r>
              <a:rPr lang="ru-RU" sz="7200" b="1">
                <a:solidFill>
                  <a:schemeClr val="bg1"/>
                </a:solidFill>
                <a:ea typeface="+mj-lt"/>
                <a:cs typeface="+mj-lt"/>
              </a:rPr>
              <a:t> лине доброта, 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Хвала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Йому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звучить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!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82290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Вся слава Господу Христу! </a:t>
            </a:r>
            <a:endParaRPr lang="en-US" sz="6600" b="1" i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Вся слава — лиш Йому!</a:t>
            </a:r>
            <a:endParaRPr lang="ru-RU" sz="6600" b="1" i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Царює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 — звучить наш спів! </a:t>
            </a:r>
            <a:endParaRPr lang="ru-RU" sz="6600" b="1" i="1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Господу!</a:t>
            </a:r>
            <a:endParaRPr lang="ru-RU" sz="6600" b="1" i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077734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Настане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день — наш </a:t>
            </a: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вічний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Бог, </a:t>
            </a:r>
            <a:endParaRPr lang="en-US" sz="66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І </a:t>
            </a: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вірний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, і </a:t>
            </a: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святий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,</a:t>
            </a:r>
            <a:endParaRPr lang="ru-RU" sz="66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Наш </a:t>
            </a: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Агнець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, </a:t>
            </a:r>
            <a:r>
              <a:rPr lang="ru-RU" sz="6600" b="1" dirty="0" err="1">
                <a:solidFill>
                  <a:schemeClr val="bg1"/>
                </a:solidFill>
                <a:ea typeface="+mj-lt"/>
                <a:cs typeface="+mj-lt"/>
              </a:rPr>
              <a:t>що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за жертву став, </a:t>
            </a:r>
            <a:endParaRPr lang="ru-RU" sz="66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err="1">
                <a:solidFill>
                  <a:schemeClr val="bg1"/>
                </a:solidFill>
                <a:ea typeface="+mj-lt"/>
                <a:cs typeface="+mj-lt"/>
              </a:rPr>
              <a:t>Нове</a:t>
            </a:r>
            <a:r>
              <a:rPr lang="ru-RU" sz="6600" b="1" dirty="0">
                <a:solidFill>
                  <a:schemeClr val="bg1"/>
                </a:solidFill>
                <a:ea typeface="+mj-lt"/>
                <a:cs typeface="+mj-lt"/>
              </a:rPr>
              <a:t> все сотворить.</a:t>
            </a:r>
            <a:endParaRPr lang="ru-RU" sz="66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4192773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І Бог </a:t>
            </a:r>
            <a:r>
              <a:rPr lang="ru-RU" sz="7200" b="1" dirty="0" err="1">
                <a:solidFill>
                  <a:schemeClr val="bg1"/>
                </a:solidFill>
                <a:ea typeface="+mj-lt"/>
                <a:cs typeface="+mj-lt"/>
              </a:rPr>
              <a:t>назавжди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dirty="0" err="1">
                <a:solidFill>
                  <a:schemeClr val="bg1"/>
                </a:solidFill>
                <a:ea typeface="+mj-lt"/>
                <a:cs typeface="+mj-lt"/>
              </a:rPr>
              <a:t>серед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нас </a:t>
            </a:r>
            <a:endParaRPr lang="en-US" sz="40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dirty="0" err="1">
                <a:solidFill>
                  <a:schemeClr val="bg1"/>
                </a:solidFill>
                <a:ea typeface="+mj-lt"/>
                <a:cs typeface="+mj-lt"/>
              </a:rPr>
              <a:t>Засяє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, мов зоря,</a:t>
            </a:r>
            <a:endParaRPr lang="ru-RU" sz="72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А ми — </a:t>
            </a:r>
            <a:r>
              <a:rPr lang="ru-RU" sz="7200" b="1" dirty="0" err="1">
                <a:solidFill>
                  <a:schemeClr val="bg1"/>
                </a:solidFill>
                <a:ea typeface="+mj-lt"/>
                <a:cs typeface="+mj-lt"/>
              </a:rPr>
              <a:t>повік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7200" b="1" dirty="0" err="1">
                <a:solidFill>
                  <a:schemeClr val="bg1"/>
                </a:solidFill>
                <a:ea typeface="+mj-lt"/>
                <a:cs typeface="+mj-lt"/>
              </a:rPr>
              <a:t>Його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народ, </a:t>
            </a:r>
            <a:endParaRPr lang="ru-RU" sz="4000" b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7200" b="1" err="1">
                <a:solidFill>
                  <a:schemeClr val="bg1"/>
                </a:solidFill>
                <a:ea typeface="+mj-lt"/>
                <a:cs typeface="+mj-lt"/>
              </a:rPr>
              <a:t>Христові</a:t>
            </a:r>
            <a:r>
              <a:rPr lang="ru-RU" sz="7200" b="1" dirty="0">
                <a:solidFill>
                  <a:schemeClr val="bg1"/>
                </a:solidFill>
                <a:ea typeface="+mj-lt"/>
                <a:cs typeface="+mj-lt"/>
              </a:rPr>
              <a:t> — слава вся.</a:t>
            </a:r>
            <a:endParaRPr lang="ru-RU" sz="7200" b="1">
              <a:solidFill>
                <a:schemeClr val="bg1"/>
              </a:solidFill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12176688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8C2BF42-340A-F9C0-317C-5034EA2E2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Господу Христу! </a:t>
            </a:r>
            <a:endParaRPr lang="en-US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— 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лиш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Йому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Царює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— 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звучить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наш </a:t>
            </a: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спів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 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Вся слава Господу!</a:t>
            </a:r>
            <a:endParaRPr lang="ru-RU" sz="6600" b="1" i="1">
              <a:solidFill>
                <a:schemeClr val="bg1"/>
              </a:solidFill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40656897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928746-9351-4131-27B4-AD1813E01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F033836-5382-670E-81E4-A788F487E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" y="-2364"/>
            <a:ext cx="12201727" cy="6854116"/>
          </a:xfrm>
        </p:spPr>
        <p:txBody>
          <a:bodyPr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Господу Христу! </a:t>
            </a:r>
            <a:endParaRPr lang="en-US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Вся слава —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лиш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Йому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Царює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Він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—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звучить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 наш </a:t>
            </a:r>
            <a:r>
              <a:rPr lang="ru-RU" sz="6600" b="1" i="1" err="1">
                <a:solidFill>
                  <a:schemeClr val="bg1"/>
                </a:solidFill>
                <a:ea typeface="+mj-lt"/>
                <a:cs typeface="+mj-lt"/>
              </a:rPr>
              <a:t>спів</a:t>
            </a:r>
            <a: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  <a:t>! </a:t>
            </a:r>
            <a:endParaRPr lang="ru-RU" sz="6600" b="1" i="1" dirty="0">
              <a:solidFill>
                <a:schemeClr val="bg1"/>
              </a:solidFill>
              <a:cs typeface="Calibri Light"/>
            </a:endParaRPr>
          </a:p>
          <a:p>
            <a:pPr algn="ctr">
              <a:lnSpc>
                <a:spcPct val="100000"/>
              </a:lnSpc>
            </a:pPr>
            <a:r>
              <a:rPr lang="ru-RU" sz="6600" b="1" i="1">
                <a:solidFill>
                  <a:schemeClr val="bg1"/>
                </a:solidFill>
                <a:ea typeface="+mj-lt"/>
                <a:cs typeface="+mj-lt"/>
              </a:rPr>
              <a:t>Вся слава Господу!</a:t>
            </a:r>
            <a:br>
              <a:rPr lang="ru-RU" sz="6600" b="1" i="1" dirty="0">
                <a:solidFill>
                  <a:schemeClr val="bg1"/>
                </a:solidFill>
                <a:ea typeface="+mj-lt"/>
                <a:cs typeface="+mj-lt"/>
              </a:rPr>
            </a:br>
            <a:r>
              <a:rPr lang="ru-RU" sz="6600" b="1" i="1">
                <a:solidFill>
                  <a:schemeClr val="bg1"/>
                </a:solidFill>
                <a:cs typeface="Calibri Light"/>
              </a:rPr>
              <a:t>***</a:t>
            </a:r>
            <a:endParaRPr lang="ru-RU" sz="6600" b="1" i="1">
              <a:solidFill>
                <a:schemeClr val="bg1"/>
              </a:solidFill>
              <a:ea typeface="Calibri Light"/>
              <a:cs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403680095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Тема Office</vt:lpstr>
      <vt:lpstr>Коли старання всі марні,  І замість спадку борг — Даремно будувати дім,  Як не будує Бог.</vt:lpstr>
      <vt:lpstr>Хто хвалиться прийдешнім днем,  Той істину забув:  Життя — немов ранкова мла,  А слава вся — Христу</vt:lpstr>
      <vt:lpstr>Вся слава Господу Христу!  Вся слава — лиш Йому! Царює Він — звучить наш спів!  Вся слава Господу!</vt:lpstr>
      <vt:lpstr>Хай воля станеться Його,  І Царство хай прийде,  Він хліб щоденний наш — хвала!  Любов Він нам дає.</vt:lpstr>
      <vt:lpstr>Хай Господа жива вода  Всіх спраглих оживить, Хай з серця лине доброта,  Хвала Йому звучить!</vt:lpstr>
      <vt:lpstr>Вся слава Господу Христу!  Вся слава — лиш Йому! Царює Він — звучить наш спів!  Вся слава Господу!</vt:lpstr>
      <vt:lpstr>Настане день — наш вічний Бог,  І вірний, і святий, Наш Агнець, що за жертву став,  Нове все сотворить.</vt:lpstr>
      <vt:lpstr>І Бог назавжди серед нас  Засяє, мов зоря, А ми — повік Його народ,  Христові — слава вся.</vt:lpstr>
      <vt:lpstr>Вся слава Господу Христу!  Вся слава — лиш Йому! Царює Він — звучить наш спів!  Вся слава Господу!</vt:lpstr>
      <vt:lpstr>Вся слава Господу Христу!  Вся слава — лиш Йому! Царює Він — звучить наш спів!  Вся слава Господу! ***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/>
  <cp:lastModifiedBy/>
  <cp:revision>195</cp:revision>
  <dcterms:created xsi:type="dcterms:W3CDTF">2023-12-24T07:13:13Z</dcterms:created>
  <dcterms:modified xsi:type="dcterms:W3CDTF">2026-09-24T06:30:13Z</dcterms:modified>
</cp:coreProperties>
</file>