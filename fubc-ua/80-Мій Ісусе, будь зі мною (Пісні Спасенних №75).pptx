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Ісусе, будь зі мною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Ісусе, будь зі мною,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грудей Ти пригорни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всесильною рукою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цьому світі бережи.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Тобі все довіряю,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віддаю усе Тобі,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бачити бажаю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Тебе, Ісусе мій.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Бережи мене в дорозі,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я шлях свій закінчив,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увійшов в небес простори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навік там відпочив.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Тобі все довіряю,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віддаю усе Тобі,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бачити бажаю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Тебе, Ісусе мій.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Помочі нема ні в кого,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тільки, Господи, в Тобі.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залиш мене самого,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сили дай для боротьби.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Тобі все довіряю,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віддаю усе Тобі,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бачити бажаю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Тебе, Ісусе мій.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Ласка, спокій, щастя вічне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у Тобі однім,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тримай за руку міцно,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я вічно був Твоїм.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Тобі все довіряю,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віддаю усе Тобі,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бачити бажаю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Тебе, Ісусе мій.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2026-09-30T17:52:40Z</dcterms:created>
  <dcterms:modified xsi:type="dcterms:W3CDTF">2026-09-30T17:52:40Z</dcterms:modified>
</cp:coreProperties>
</file>