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Боже, Боже, ми благаєм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№76)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Боже, Боже, ми благаєм: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поможи нам в світі йти.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Часом тяжко нам буває,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 поміч наша – Ти. :||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Посилай Своє нам слово,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немічним нам силу дай,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духом миру і любові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щедро душі наповняй. :||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цьому світі ще багато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нам боротися з гріхом,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поможи нам жити свято,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небо йти Твоїм шляхом. :||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2026-09-30T17:52:49Z</dcterms:created>
  <dcterms:modified xsi:type="dcterms:W3CDTF">2026-09-30T17:52:49Z</dcterms:modified>
</cp:coreProperties>
</file>