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Боже, ми благаєм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Боже, ми благаєм: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нам в світі йти.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Часом тяжко нам буває,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поміч наша – 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1607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02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8108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Посилай Своє нам слово,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немічним нам силу дай,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миру і любові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душі наповняй.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7462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2347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253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цьому світі ще багато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боротися з гріхом,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нам жити свято,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йти Твоїм шляхом.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9842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9967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73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2026-09-30T21:43:29Z</dcterms:created>
  <dcterms:modified xsi:type="dcterms:W3CDTF">2026-09-30T21:43:29Z</dcterms:modified>
</cp:coreProperties>
</file>