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залишай мене, Ісусе мій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залишай мене, Ісусе мій,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Тебе в цьому світі, як в пітьмі.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загублю без Тебе вірну путь,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завжди, мій Господи, зі мною будь.</a:t>
            </a:r>
            <a:endParaRPr lang="en-US" sz="5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помилявся з ранніх літ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 мене, мій Боже, Ти прощав.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світі так багато сліз і зла,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залишай мене, не залишай!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Пускає ворог в мене безліч стріл –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мою згубити душу хоче він.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Впаду без Тебе на путі земній,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Ісусе, віру укріпи в мені.</a:t>
            </a:r>
            <a:endParaRPr lang="en-US" sz="5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помилявся з ранніх літ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 мене, мій Боже, Ти прощав.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світі так багато сліз і зла,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залишай мене, не залишай!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без любові – той дзвеняча мідь,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ближніх той на поміч не спішить.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Палає хай любов Твоя в мені,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сильніш любити інших поможи.</a:t>
            </a:r>
            <a:endParaRPr lang="en-US" sz="4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помилявся з ранніх літ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 мене, мій Боже, Ти прощав.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світі так багато сліз і зла,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залишай мене, не залишай!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вічну стрінути весну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Тобою, Боже мій, а як засну,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сну мене, як Лазаря, збуди,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смерті у життя переведи.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помилявся з ранніх літ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 мене, мій Боже, Ти прощав.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світі так багато сліз і зла,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залишай мене, не залишай!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2026-09-30T17:52:57Z</dcterms:created>
  <dcterms:modified xsi:type="dcterms:W3CDTF">2026-09-30T17:52:57Z</dcterms:modified>
</cp:coreProperties>
</file>