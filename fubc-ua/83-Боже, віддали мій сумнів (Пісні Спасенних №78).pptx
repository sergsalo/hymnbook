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віддали мій сумнів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віддали мій сумнів,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наліг на душу знов.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зміцниться віри струмінь,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хай горить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я не сумніватись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на мить, що син я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цілком дай покладатись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Тебе, Боже мій.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Поможи, щоб я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в сумніви не впав,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спокусою своєю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більш не подолав.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постійно памʼятати,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зі мною Ти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всякий гріх перемагати,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вслід 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2026-09-30T17:53:07Z</dcterms:created>
  <dcterms:modified xsi:type="dcterms:W3CDTF">2026-09-30T17:53:07Z</dcterms:modified>
</cp:coreProperties>
</file>