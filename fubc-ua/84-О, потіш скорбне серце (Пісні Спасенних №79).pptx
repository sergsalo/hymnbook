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потіш скорбне серце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потіш скорбне серце, Спасителю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щирим словом любові та правди.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голос Твій в темряві чути нічній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розбурханім морі неправди.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Підніми знов правицю над морем земним,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мій човен грозить затопити,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повеління дай хвилям, вітрам грозовим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заніміти і більш не ревіти.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зі мною, мій Спасе, всі дні, не лишай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одного у бурхливому морі,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Духом Святим у борні підкріпляй,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утішай у нещасті і горі.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Дай, щоб човен хиткий мій щасливо доплив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тих рідних країв Ханаану,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не буде скорботних і грізних часів,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вже вічний спочинок настане.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2026-09-30T17:53:17Z</dcterms:created>
  <dcterms:modified xsi:type="dcterms:W3CDTF">2026-09-30T17:53:17Z</dcterms:modified>
</cp:coreProperties>
</file>