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 грішник бідний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 грішник бідний, правда, я такий,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ж, мій Боже, сильний, вічний і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путі гріховній Ти спинив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миром душу сповнив, дав життя нове.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Прощений Тобою я Тобі служу,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живою в небеса іду.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мені спасіння дарував навік,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тому хваління лине з уст моїх.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тепер щасливий, Ти є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тому безсилі гріх і страх людський.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перебувати завжди у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святий звершати поможи мені.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мій, Ти дивний Цар царів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скарби безцінні дав душі моїй.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постійно буду вбогий духом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сповняла душу благодать Твоя.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2026-09-30T17:53:26Z</dcterms:created>
  <dcterms:modified xsi:type="dcterms:W3CDTF">2026-09-30T17:53:26Z</dcterms:modified>
</cp:coreProperties>
</file>