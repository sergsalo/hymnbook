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Боже, дух мій заспокой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№81)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Боже, дух мій заспокой,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суєтних звільни оков,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пошли у серце тишину,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Слово я Твоє збагнув. :||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Даруй Свій мир і благодать,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не лишивсь я без плода,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себе на Твій вівтар поклав,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Твою любов усім звіщав.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Господи, допоможи,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в світі чисто й свято жив,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щоб вірним учнем був Твоїм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йшов вперед шляхом вузьким. :||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дай туди мені ввійти,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царствуєш, Ісусе, Ти;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там, в вічнім сяєві небес,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буду славити Тебе.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2026-09-30T17:53:33Z</dcterms:created>
  <dcterms:modified xsi:type="dcterms:W3CDTF">2026-09-30T17:53:33Z</dcterms:modified>
</cp:coreProperties>
</file>