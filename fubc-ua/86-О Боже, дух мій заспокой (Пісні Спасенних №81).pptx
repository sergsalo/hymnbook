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дух мій заспокой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дух мій заспокой,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суєтних звільни оков,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у серце тишину,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Слово я Твоє збагнув.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1285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524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430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 Свій мир і благодать,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лишивсь я без плода,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на Твій вівтар поклав,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Твою любов усім звіщав.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365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444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3350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допоможи,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світі чисто й свято жив,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вірним учнем був Твоїм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йшов вперед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вузьким.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3548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261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6167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дай туди мені ввійти,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царствуєш, Ісусе, Ти;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в вічнім сяєві небес,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 славити Тебе.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9451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0358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264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2026-09-30T21:43:31Z</dcterms:created>
  <dcterms:modified xsi:type="dcterms:W3CDTF">2026-09-30T21:43:31Z</dcterms:modified>
</cp:coreProperties>
</file>