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є, без діл, заслуг,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почувши Твій благальний стук,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вірою у кров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йду, я йду.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є, в покорі жду,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простив мою вину.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Пізнавши благодать Твою,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йду, я 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є, для всіх чужий,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розбитий горем і сумний,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знесилений в борні тяжкій,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йду, я йду.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є, побачив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має меж любов Твоя!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щоб ожила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йду, я йду.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Такий, як є, шляхом вузьким,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прокладеним Христом Самим,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бути вже навік Твоїм,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йду, я 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2026-09-30T17:53:41Z</dcterms:created>
  <dcterms:modified xsi:type="dcterms:W3CDTF">2026-09-30T17:53:41Z</dcterms:modified>
</cp:coreProperties>
</file>