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Хочу, Боже, вдячним бути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(Пісні Спасенних №83)</a:t>
            </a:r>
            <a:endParaRPr lang="en-US" sz="5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Хочу, Боже, вдячним бути,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задоволеним завжди,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||: благодать Твою збагнути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й віру зберегти в душі. :||</a:t>
            </a:r>
            <a:endParaRPr lang="en-US" sz="5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Як заниють серця рани –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будь утіхою мені.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||: Збережи від нарікання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дні скорботні і сумні. :||</a:t>
            </a:r>
            <a:endParaRPr lang="en-US" sz="5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Як завиє грізний вітер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 не стане сил в путі,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||: дай мені очима віри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бачити Тебе завжди. :||</a:t>
            </a:r>
            <a:endParaRPr lang="en-US" sz="5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Хочу, Боже, вдячним бути,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задоволеним завжди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||: і Твій голос ніжний чути,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 Твоїх слідах іти. :||</a:t>
            </a:r>
            <a:endParaRPr lang="en-US" sz="5200" dirty="0"/>
          </a:p>
        </p:txBody>
      </p:sp>
      <p:sp>
        <p:nvSpPr>
          <p:cNvPr id="3" name="Text 1"/>
          <p:cNvSpPr txBox="1"/>
          <p:nvPr/>
        </p:nvSpPr>
        <p:spPr>
          <a:xfrm>
            <a:off x="4270248" y="62636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***</a:t>
            </a:r>
            <a:endParaRPr lang="en-US" sz="2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2026-09-30T17:53:50Z</dcterms:created>
  <dcterms:modified xsi:type="dcterms:W3CDTF">2026-09-30T17:53:50Z</dcterms:modified>
</cp:coreProperties>
</file>