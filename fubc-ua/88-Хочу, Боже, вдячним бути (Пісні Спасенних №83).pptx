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Хочу, Боже, вдячним бути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Хочу, Боже, вдячним бути,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задоволеним завжди,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Твою збагнути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віру зберегти в душі.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6347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3462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3368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заниють серця рани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утіхою мені.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Збережи від нарікання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дні скорботні і сумні.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9933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876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782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завиє грізний вітер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стане сил в путі,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мені очима віри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бачити Тебе завжди.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7444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365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2271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Хочу, Боже, вдячним бути,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задоволеним завжди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Твій голос ніжний чути,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Твоїх слідах іти.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1173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8636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8542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2026-09-30T21:43:34Z</dcterms:created>
  <dcterms:modified xsi:type="dcterms:W3CDTF">2026-09-30T21:43:34Z</dcterms:modified>
</cp:coreProperties>
</file>