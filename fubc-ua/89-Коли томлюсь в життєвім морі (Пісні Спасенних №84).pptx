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томлюсь в життєвім морі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томлюсь в життєвім морі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хвилі бʼють мене страшні,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молюся я в покорі: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 Боже, спокій дай мені!»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душі втіху й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миром сповни глибоким.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сум огорне дух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дай спокій Свій!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хай бурі заніміють,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засяє сонце з висоти,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промінь віри і надії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мою дорогу освітив.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душі втіху й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миром сповни глибоким.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сум огорне дух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дай спокій Свій!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Даруй, щоб вірив без вагання,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Ти гріхи усі простив.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вистояв в тяжких стражданнях,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поруч будь завжди.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душі втіху й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миром сповни глибоким.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сум огорне дух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дай спокій Свій!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всі бажання серця знаєш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спокій Свій даєш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 небі дати обіцяєш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славніший спокій для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душі втіху й спокій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миром сповни глибоким.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сум огорне дух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дай спокій Свій!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2026-09-30T17:53:58Z</dcterms:created>
  <dcterms:modified xsi:type="dcterms:W3CDTF">2026-09-30T17:53:58Z</dcterms:modified>
</cp:coreProperties>
</file>