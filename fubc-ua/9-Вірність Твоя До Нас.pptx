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3" dt="2026-09-21T07:08:34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ia Zgurovets" userId="7a046fa65e5ec5fd" providerId="Windows Live" clId="Web-{00000000-0000-0000-0000-000000000000}"/>
    <pc:docChg chg="addSld delSld modSld">
      <pc:chgData name="Zhenia Zgurovets" userId="7a046fa65e5ec5fd" providerId="Windows Live" clId="Web-{00000000-0000-0000-0000-000000000000}" dt="2026-09-21T07:08:34.424" v="32" actId="20577"/>
      <pc:docMkLst>
        <pc:docMk/>
      </pc:docMkLst>
      <pc:sldChg chg="modSp">
        <pc:chgData name="Zhenia Zgurovets" userId="7a046fa65e5ec5fd" providerId="Windows Live" clId="Web-{00000000-0000-0000-0000-000000000000}" dt="2026-09-21T07:06:42.954" v="2" actId="20577"/>
        <pc:sldMkLst>
          <pc:docMk/>
          <pc:sldMk cId="1351651579" sldId="256"/>
        </pc:sldMkLst>
        <pc:spChg chg="mod">
          <ac:chgData name="Zhenia Zgurovets" userId="7a046fa65e5ec5fd" providerId="Windows Live" clId="Web-{00000000-0000-0000-0000-000000000000}" dt="2026-09-21T07:06:42.954" v="2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7:07:15.064" v="9" actId="20577"/>
        <pc:sldMkLst>
          <pc:docMk/>
          <pc:sldMk cId="1788203937" sldId="257"/>
        </pc:sldMkLst>
        <pc:spChg chg="mod">
          <ac:chgData name="Zhenia Zgurovets" userId="7a046fa65e5ec5fd" providerId="Windows Live" clId="Web-{00000000-0000-0000-0000-000000000000}" dt="2026-09-21T07:07:15.064" v="9" actId="20577"/>
          <ac:spMkLst>
            <pc:docMk/>
            <pc:sldMk cId="1788203937" sldId="257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7:07:35.408" v="12" actId="20577"/>
        <pc:sldMkLst>
          <pc:docMk/>
          <pc:sldMk cId="2392567507" sldId="258"/>
        </pc:sldMkLst>
        <pc:spChg chg="mod">
          <ac:chgData name="Zhenia Zgurovets" userId="7a046fa65e5ec5fd" providerId="Windows Live" clId="Web-{00000000-0000-0000-0000-000000000000}" dt="2026-09-21T07:07:35.408" v="12" actId="20577"/>
          <ac:spMkLst>
            <pc:docMk/>
            <pc:sldMk cId="2392567507" sldId="258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7:07:56.080" v="18" actId="20577"/>
        <pc:sldMkLst>
          <pc:docMk/>
          <pc:sldMk cId="282290349" sldId="259"/>
        </pc:sldMkLst>
        <pc:spChg chg="mod">
          <ac:chgData name="Zhenia Zgurovets" userId="7a046fa65e5ec5fd" providerId="Windows Live" clId="Web-{00000000-0000-0000-0000-000000000000}" dt="2026-09-21T07:07:56.080" v="18" actId="20577"/>
          <ac:spMkLst>
            <pc:docMk/>
            <pc:sldMk cId="282290349" sldId="259"/>
            <ac:spMk id="4" creationId="{A8C2BF42-340A-F9C0-317C-5034EA2E291D}"/>
          </ac:spMkLst>
        </pc:spChg>
      </pc:sldChg>
      <pc:sldChg chg="add replId">
        <pc:chgData name="Zhenia Zgurovets" userId="7a046fa65e5ec5fd" providerId="Windows Live" clId="Web-{00000000-0000-0000-0000-000000000000}" dt="2026-09-21T07:08:17.002" v="29"/>
        <pc:sldMkLst>
          <pc:docMk/>
          <pc:sldMk cId="1656609784" sldId="260"/>
        </pc:sldMkLst>
      </pc:sldChg>
      <pc:sldChg chg="modSp add replId">
        <pc:chgData name="Zhenia Zgurovets" userId="7a046fa65e5ec5fd" providerId="Windows Live" clId="Web-{00000000-0000-0000-0000-000000000000}" dt="2026-09-21T07:08:34.424" v="32" actId="20577"/>
        <pc:sldMkLst>
          <pc:docMk/>
          <pc:sldMk cId="4043447432" sldId="261"/>
        </pc:sldMkLst>
        <pc:spChg chg="mod">
          <ac:chgData name="Zhenia Zgurovets" userId="7a046fa65e5ec5fd" providerId="Windows Live" clId="Web-{00000000-0000-0000-0000-000000000000}" dt="2026-09-21T07:08:34.424" v="32" actId="20577"/>
          <ac:spMkLst>
            <pc:docMk/>
            <pc:sldMk cId="4043447432" sldId="261"/>
            <ac:spMk id="4" creationId="{3E050DBF-025E-18A6-C11C-6B9ADE8B13C9}"/>
          </ac:spMkLst>
        </pc:spChg>
      </pc:sldChg>
      <pc:sldChg chg="del">
        <pc:chgData name="Zhenia Zgurovets" userId="7a046fa65e5ec5fd" providerId="Windows Live" clId="Web-{00000000-0000-0000-0000-000000000000}" dt="2026-09-21T07:08:11.330" v="28"/>
        <pc:sldMkLst>
          <pc:docMk/>
          <pc:sldMk cId="578333483" sldId="264"/>
        </pc:sldMkLst>
      </pc:sldChg>
      <pc:sldChg chg="del">
        <pc:chgData name="Zhenia Zgurovets" userId="7a046fa65e5ec5fd" providerId="Windows Live" clId="Web-{00000000-0000-0000-0000-000000000000}" dt="2026-09-21T07:08:07.174" v="27"/>
        <pc:sldMkLst>
          <pc:docMk/>
          <pc:sldMk cId="4192773697" sldId="265"/>
        </pc:sldMkLst>
      </pc:sldChg>
      <pc:sldChg chg="del">
        <pc:chgData name="Zhenia Zgurovets" userId="7a046fa65e5ec5fd" providerId="Windows Live" clId="Web-{00000000-0000-0000-0000-000000000000}" dt="2026-09-21T07:08:07.174" v="24"/>
        <pc:sldMkLst>
          <pc:docMk/>
          <pc:sldMk cId="1217668819" sldId="266"/>
        </pc:sldMkLst>
      </pc:sldChg>
      <pc:sldChg chg="del">
        <pc:chgData name="Zhenia Zgurovets" userId="7a046fa65e5ec5fd" providerId="Windows Live" clId="Web-{00000000-0000-0000-0000-000000000000}" dt="2026-09-21T07:08:07.174" v="23"/>
        <pc:sldMkLst>
          <pc:docMk/>
          <pc:sldMk cId="3372756759" sldId="267"/>
        </pc:sldMkLst>
      </pc:sldChg>
      <pc:sldChg chg="del">
        <pc:chgData name="Zhenia Zgurovets" userId="7a046fa65e5ec5fd" providerId="Windows Live" clId="Web-{00000000-0000-0000-0000-000000000000}" dt="2026-09-21T07:08:07.174" v="26"/>
        <pc:sldMkLst>
          <pc:docMk/>
          <pc:sldMk cId="2023378588" sldId="274"/>
        </pc:sldMkLst>
      </pc:sldChg>
      <pc:sldChg chg="del">
        <pc:chgData name="Zhenia Zgurovets" userId="7a046fa65e5ec5fd" providerId="Windows Live" clId="Web-{00000000-0000-0000-0000-000000000000}" dt="2026-09-21T07:08:07.174" v="25"/>
        <pc:sldMkLst>
          <pc:docMk/>
          <pc:sldMk cId="1023293614" sldId="275"/>
        </pc:sldMkLst>
      </pc:sldChg>
      <pc:sldChg chg="del">
        <pc:chgData name="Zhenia Zgurovets" userId="7a046fa65e5ec5fd" providerId="Windows Live" clId="Web-{00000000-0000-0000-0000-000000000000}" dt="2026-09-21T07:08:07.158" v="22"/>
        <pc:sldMkLst>
          <pc:docMk/>
          <pc:sldMk cId="3258441209" sldId="276"/>
        </pc:sldMkLst>
      </pc:sldChg>
      <pc:sldChg chg="del">
        <pc:chgData name="Zhenia Zgurovets" userId="7a046fa65e5ec5fd" providerId="Windows Live" clId="Web-{00000000-0000-0000-0000-000000000000}" dt="2026-09-21T07:08:07.158" v="21"/>
        <pc:sldMkLst>
          <pc:docMk/>
          <pc:sldMk cId="1825111930" sldId="277"/>
        </pc:sldMkLst>
      </pc:sldChg>
      <pc:sldChg chg="del">
        <pc:chgData name="Zhenia Zgurovets" userId="7a046fa65e5ec5fd" providerId="Windows Live" clId="Web-{00000000-0000-0000-0000-000000000000}" dt="2026-09-21T07:08:07.158" v="20"/>
        <pc:sldMkLst>
          <pc:docMk/>
          <pc:sldMk cId="160986151" sldId="278"/>
        </pc:sldMkLst>
      </pc:sldChg>
      <pc:sldChg chg="del">
        <pc:chgData name="Zhenia Zgurovets" userId="7a046fa65e5ec5fd" providerId="Windows Live" clId="Web-{00000000-0000-0000-0000-000000000000}" dt="2026-09-21T07:08:07.158" v="19"/>
        <pc:sldMkLst>
          <pc:docMk/>
          <pc:sldMk cId="2480763666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Вірність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Твоя до нас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вічна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 о, Боже,</a:t>
            </a:r>
            <a:endParaRPr lang="en-US" sz="6000" b="1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І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тіні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зміни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в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Тобі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не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знайдеш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</a:p>
          <a:p>
            <a:pPr algn="ctr"/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Ти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Той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самий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у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безмежній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любові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60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Ти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всім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життя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в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цьому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світі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даєш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60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Вірність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Твоя до нас </a:t>
            </a:r>
            <a:br>
              <a:rPr lang="en-US" sz="4800" b="1" i="1" dirty="0"/>
            </a:b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вічна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о, Боже наш,</a:t>
            </a:r>
            <a:endParaRPr lang="en-US" sz="6000" b="1" i="1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Щоденно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ласку Твою бачу я!</a:t>
            </a:r>
          </a:p>
          <a:p>
            <a:pPr algn="ctr"/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Все,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що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потрібно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мені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посилаєш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60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Незмінна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Боже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мій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вірність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Твоя!</a:t>
            </a:r>
            <a:endParaRPr lang="ru-RU" sz="60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820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Осінь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 зима й весна,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літо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щороку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  </a:t>
            </a:r>
            <a:endParaRPr lang="en-US" sz="60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Сонце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і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місяць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та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зорі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вгорі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60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Природа вся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повсякчас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нам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свідкує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endParaRPr lang="en-US" sz="60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Про Твою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вірність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у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кожній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порі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6000" b="1">
              <a:solidFill>
                <a:schemeClr val="bg1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256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2214A-AED5-835E-B37B-AAA8B9CD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396B8B-8236-FCF6-EF4C-B8AB0119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Вірність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Твоя до нас </a:t>
            </a:r>
            <a:br>
              <a:rPr lang="en-US" sz="4800" b="1" i="1" dirty="0"/>
            </a:b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вічна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о, Боже наш,</a:t>
            </a:r>
            <a:endParaRPr lang="en-US" sz="6000" b="1" i="1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Щоденно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ласку Твою бачу я!</a:t>
            </a:r>
          </a:p>
          <a:p>
            <a:pPr algn="ctr"/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Все,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що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потрібно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мені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посилаєш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60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Незмінна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Боже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мій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вірність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Твоя!</a:t>
            </a:r>
            <a:endParaRPr lang="ru-RU" sz="60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660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Мир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Твій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і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прощення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гріхів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триває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en-US" sz="5800" b="1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Ти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завжди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з нами й нам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радість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даєш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en-US" sz="58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Благословіння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Свої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посилаєш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58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У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вічну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славу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Ти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 нас </a:t>
            </a:r>
            <a:r>
              <a:rPr lang="ru-RU" sz="5800" b="1" dirty="0" err="1">
                <a:solidFill>
                  <a:schemeClr val="bg1"/>
                </a:solidFill>
                <a:ea typeface="+mj-lt"/>
                <a:cs typeface="+mj-lt"/>
              </a:rPr>
              <a:t>приведеш</a:t>
            </a:r>
            <a:r>
              <a:rPr lang="ru-RU" sz="58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58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290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F8D9C-1852-3CE8-8A13-D94799DC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E050DBF-025E-18A6-C11C-6B9ADE8B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Вірність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Твоя до нас </a:t>
            </a:r>
            <a:br>
              <a:rPr lang="en-US" sz="4800" b="1" i="1" dirty="0"/>
            </a:b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вічна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о, Боже наш,</a:t>
            </a:r>
            <a:endParaRPr lang="en-US" sz="6000" b="1" i="1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Щоденно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ласку Твою бачу я!</a:t>
            </a:r>
          </a:p>
          <a:p>
            <a:pPr algn="ctr"/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Все,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що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потрібно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мені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посилаєш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60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Незмінна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Боже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мій</a:t>
            </a:r>
            <a: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000" b="1" i="1" dirty="0" err="1">
                <a:solidFill>
                  <a:schemeClr val="bg1"/>
                </a:solidFill>
                <a:ea typeface="+mj-lt"/>
                <a:cs typeface="+mj-lt"/>
              </a:rPr>
              <a:t>вірність</a:t>
            </a:r>
            <a:r>
              <a:rPr lang="ru-RU" sz="6000" b="1" i="1">
                <a:solidFill>
                  <a:schemeClr val="bg1"/>
                </a:solidFill>
                <a:ea typeface="+mj-lt"/>
                <a:cs typeface="+mj-lt"/>
              </a:rPr>
              <a:t> Твоя!</a:t>
            </a:r>
            <a:br>
              <a:rPr lang="ru-RU" sz="6000" b="1" i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ru-RU" sz="6000" b="1" i="1">
                <a:solidFill>
                  <a:schemeClr val="bg1"/>
                </a:solidFill>
                <a:ea typeface="Calibri Light"/>
                <a:cs typeface="Calibri Light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40434474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Тема Office</vt:lpstr>
      <vt:lpstr>Вірність Твоя до нас вічна, о, Боже, І тіні зміни в Тобі не знайдеш! Ти Той самий у безмежній любові,  Ти всім життя в цьому світі даєш!</vt:lpstr>
      <vt:lpstr>Вірність Твоя до нас  вічна, о, Боже наш, Щоденно ласку Твою бачу я! Все, що потрібно, мені посилаєш, Незмінна, Боже мій, вірність Твоя!</vt:lpstr>
      <vt:lpstr>Осінь, зима й весна, літо щороку,   Сонце і місяць та зорі вгорі,  Природа вся повсякчас нам свідкує  Про Твою вірність у кожній порі!</vt:lpstr>
      <vt:lpstr>Вірність Твоя до нас  вічна, о, Боже наш, Щоденно ласку Твою бачу я! Все, що потрібно, мені посилаєш, Незмінна, Боже мій, вірність Твоя!</vt:lpstr>
      <vt:lpstr>Мир Твій і прощення гріхів триває,  Ти завжди з нами й нам радість даєш! Благословіння Свої посилаєш,  У вічну славу Ти нас приведеш!</vt:lpstr>
      <vt:lpstr>Вірність Твоя до нас  вічна, о, Боже наш, Щоденно ласку Твою бачу я! Все, що потрібно, мені посилаєш, Незмінна, Боже мій, вірність Твоя! ***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248</cp:revision>
  <dcterms:created xsi:type="dcterms:W3CDTF">2023-12-24T07:13:13Z</dcterms:created>
  <dcterms:modified xsi:type="dcterms:W3CDTF">2026-09-21T07:08:36Z</dcterms:modified>
</cp:coreProperties>
</file>