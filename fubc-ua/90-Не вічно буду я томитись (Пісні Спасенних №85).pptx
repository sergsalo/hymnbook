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вічно буду я томитись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вічно буду я томитись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смертній і сумній.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час прийде розлучитись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життям земним – ввійду в Твій дім.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лиш Тобі служити,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сильний Цар, Владика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від гріха мій Відкупитель,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вже навіки буду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мир чудову насолоду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завжди моїй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Ти вічну дав свободу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безмежну радість 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трудився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ревно,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світло щоб Твоє не згасло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душі покірливій моїй.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нема в душі натхнення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горить любов вогнем,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кров Твоя, Твій хрест мучення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подвиг надихнуть мене.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2026-09-30T17:54:06Z</dcterms:created>
  <dcterms:modified xsi:type="dcterms:W3CDTF">2026-09-30T17:54:06Z</dcterms:modified>
</cp:coreProperties>
</file>