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мені дай сили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мені дай сили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за ближніх покладать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вірним бути до могили,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кривди ворогам прощать,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вірним бути до могили,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кривди ворогам прощать, прощать.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дай з гріхами примиритись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тяжкій життєвій боротьбі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научи мене молитись,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молитись гаряче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научи мене молитись,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молитись гаряче Тобі,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будуть в світі зневажати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і рідні, і чужі,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серця хочу всім прощати,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Слові Ти сказав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серця хочу всім прощати,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Слові Ти сказав мені,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груди кидають каміння,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тяжко й скорбно тут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вчуєш Ти мої моління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допоможеш у борні,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вчуєш Ти мої моління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допоможеш у борні, в борні.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2026-09-30T17:54:17Z</dcterms:created>
  <dcterms:modified xsi:type="dcterms:W3CDTF">2026-09-30T17:54:17Z</dcterms:modified>
</cp:coreProperties>
</file>