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мені необхідний, Ісусе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мені необхідний,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зі мною усюди, завжди.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без Тебе з дороги зібʼюся,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мій і надія – лиш 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жду Тебе, люблю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у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Пастиря-Хранителя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зможу я іти.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 жити всім серцем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себе прагну перемогти.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боротьбі часто сили втрачаю.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скоріш би у небо ввійти!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жду Тебе, люблю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у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Пастиря-Хранителя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зможу я іти.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 в цьому світі суворім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стомиться в бурях земних,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мою укріпиш віру Словом.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спокійно з Тобою мені!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жду Тебе, люблю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у житті.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Пастиря-Хранителя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зможу я іти.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2026-09-30T17:54:25Z</dcterms:created>
  <dcterms:modified xsi:type="dcterms:W3CDTF">2026-09-30T17:54:25Z</dcterms:modified>
</cp:coreProperties>
</file>