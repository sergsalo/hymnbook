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Тебе кличу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 мою мольбу!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Твоїх святих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 душі тягар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всю журбу мою.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Твоя любов знайшла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простила всі гріхи,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направила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небесний Отчий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сил дала іти.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ніжним голосом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сказав у тишині: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бійся на путі!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підеш не один,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навіть в буревій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буду 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ти в час скрутний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знеможеш в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долині зла і бід,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утішу Я тебе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покажу тоді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Мій кривавий слід».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слово істини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солодко звучить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моїй душі слабій,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вливає в неї мир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знов парить,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співає гімн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2026-09-30T17:54:36Z</dcterms:created>
  <dcterms:modified xsi:type="dcterms:W3CDTF">2026-09-30T17:54:36Z</dcterms:modified>
</cp:coreProperties>
</file>