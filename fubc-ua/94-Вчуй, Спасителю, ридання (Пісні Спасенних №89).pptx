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· 1/1 · ||:3-4:||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· 1/1 · ||:3-4:||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· 1/1 · ||:3-4:||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· 1/1 · ||:3-4:||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Вчуй, Спасителю, ридання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(Пісні Спасенних №89)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Вчуй, Спасителю, ридання,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бачиш: журно, гірко жить,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дай забути нарікання,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поможи Тебе любить.</a:t>
            </a:r>
            <a:endParaRPr lang="en-US" sz="5200" dirty="0"/>
          </a:p>
        </p:txBody>
      </p:sp>
      <p:sp>
        <p:nvSpPr>
          <p:cNvPr id="3" name="Shape 1"/>
          <p:cNvSpPr/>
          <p:nvPr/>
        </p:nvSpPr>
        <p:spPr>
          <a:xfrm>
            <a:off x="2271370" y="3547872"/>
            <a:ext cx="0" cy="138684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926726" y="3547872"/>
            <a:ext cx="0" cy="138684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25786" y="3921252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</a:t>
            </a:r>
            <a:endParaRPr lang="en-US" sz="3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Бачиш: слабнуть віри крила,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розстелився скрізь туман,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надірвалась раптом сила,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виє вітер-ураган.</a:t>
            </a:r>
            <a:endParaRPr lang="en-US" sz="5200" dirty="0"/>
          </a:p>
        </p:txBody>
      </p:sp>
      <p:sp>
        <p:nvSpPr>
          <p:cNvPr id="3" name="Shape 1"/>
          <p:cNvSpPr/>
          <p:nvPr/>
        </p:nvSpPr>
        <p:spPr>
          <a:xfrm>
            <a:off x="1567053" y="3547872"/>
            <a:ext cx="0" cy="138684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631043" y="3547872"/>
            <a:ext cx="0" cy="138684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730103" y="3921252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Дай, щоб стихло грізне море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щоб вітер перестав,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щоб всміхнулись в небі зорі,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щоб Тебе я прославляв.</a:t>
            </a:r>
            <a:endParaRPr lang="en-US" sz="5200" dirty="0"/>
          </a:p>
        </p:txBody>
      </p:sp>
      <p:sp>
        <p:nvSpPr>
          <p:cNvPr id="3" name="Shape 1"/>
          <p:cNvSpPr/>
          <p:nvPr/>
        </p:nvSpPr>
        <p:spPr>
          <a:xfrm>
            <a:off x="1094207" y="3547872"/>
            <a:ext cx="0" cy="138684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103889" y="3547872"/>
            <a:ext cx="0" cy="138684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202949" y="3921252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</a:t>
            </a:r>
            <a:endParaRPr lang="en-US" sz="3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Вчуй, Спасителю, благання,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поможи Тебе любить,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пісні зміни ридання,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дай для Тебе тільки жить.</a:t>
            </a:r>
            <a:endParaRPr lang="en-US" sz="5200" dirty="0"/>
          </a:p>
        </p:txBody>
      </p:sp>
      <p:sp>
        <p:nvSpPr>
          <p:cNvPr id="3" name="Shape 1"/>
          <p:cNvSpPr/>
          <p:nvPr/>
        </p:nvSpPr>
        <p:spPr>
          <a:xfrm>
            <a:off x="1591158" y="3547872"/>
            <a:ext cx="0" cy="138684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606938" y="3547872"/>
            <a:ext cx="0" cy="138684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705998" y="3921252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4270248" y="6263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***</a:t>
            </a:r>
            <a:endParaRPr lang="en-US" sz="2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2026-09-30T21:43:37Z</dcterms:created>
  <dcterms:modified xsi:type="dcterms:W3CDTF">2026-09-30T21:43:37Z</dcterms:modified>
</cp:coreProperties>
</file>