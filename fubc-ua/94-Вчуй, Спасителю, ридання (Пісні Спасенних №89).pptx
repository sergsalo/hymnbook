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Вчуй, Спасителю, ридання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№89)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Вчуй, Спасителю, ридання,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бачиш: журно, гірко жить,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дай забути нарікання,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Тебе любить. :||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Бачиш: слабнуть віри крила,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розстелився скрізь туман,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надірвалась раптом сила,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виє вітер-ураган. :||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 стихло грізне море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щоб вітер перестав,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щоб всміхнулись в небі зорі,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Тебе я прославляв. :||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Вчуй, Спасителю, благання,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Тебе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на пісні зміни ридання,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для Тебе тільки жить. :||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2026-09-30T17:54:44Z</dcterms:created>
  <dcterms:modified xsi:type="dcterms:W3CDTF">2026-09-30T17:54:44Z</dcterms:modified>
</cp:coreProperties>
</file>