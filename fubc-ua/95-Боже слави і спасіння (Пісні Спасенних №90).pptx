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слави і спасіння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№90)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слави і спасіння,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світло нам даруй Своє,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усе життя й служіння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 в Імʼя було Твоє.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віри, дай нам сили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Слово сповнити святе. :||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Ворог сильний знов лютує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проти Господа Христа;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мужність, бо воюєм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 гріхом у світі зла.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віри, дай нам сили,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встояти щоб до кінця.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Вічний Боже, шляхом правди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 веди в небесний край,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в Тобі лиш радість мати,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час тяжкий нам помагай.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віри, дай нам сили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на путі у світлий рай. :||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Поможи у всіх спокусах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святість в душах зберегти,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іти шляхом Ісуса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серці з послухом святим.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віри, дай нам сили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в сонцесяйний край дійти.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2026-09-30T17:54:53Z</dcterms:created>
  <dcterms:modified xsi:type="dcterms:W3CDTF">2026-09-30T17:54:53Z</dcterms:modified>
</cp:coreProperties>
</file>