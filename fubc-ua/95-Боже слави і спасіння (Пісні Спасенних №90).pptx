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||:6-6:||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||:6-6:||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||:6-6:||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||:6-6:||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слави і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№90)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слави і спасіння,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нам даруй Своє,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усе життя й служіння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Імʼя було Твоє.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віри, дай нам сили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сповнити святе.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58060" y="51328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0036" y="51328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39096" y="51099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 сильний знов лютує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 Господа Христа;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мужність, бо воюєм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гріхом у світі зла.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віри, дай нам сили,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встояти щоб до кінця.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45284" y="51328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2812" y="51328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1872" y="51099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Боже, шляхом правди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веди в небесний край,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в Тобі лиш радість мати,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 тяжкий нам помагай.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віри, дай нам сили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путі у світлий рай.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61184" y="51328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36912" y="51328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5972" y="51099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у всіх спокусах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святість в душах зберегти,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іти шляхом Ісуса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з послухом святим.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віри, дай нам сили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сонцесяйний край дійти.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18514" y="51328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9582" y="513283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78642" y="51099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2026-09-30T21:43:39Z</dcterms:created>
  <dcterms:modified xsi:type="dcterms:W3CDTF">2026-09-30T21:43:39Z</dcterms:modified>
</cp:coreProperties>
</file>