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дай життя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дай життя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змилосердься наді мною;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гріхи мої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вічності я був з Тобою.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Віднині, Боже, поможи,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лише для Тебе жив.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дай життя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очисти серце від провини,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вже більше не грішив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був Твоїм покірним сином.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немічний, безсилий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сила, Господи, моя!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дай життя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спасти її не трудно,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порятунок поспіши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час, коли їй буде скрутно,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я, утверджений в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жорстокій встояв боротьбі.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2026-09-30T17:55:01Z</dcterms:created>
  <dcterms:modified xsi:type="dcterms:W3CDTF">2026-09-30T17:55:01Z</dcterms:modified>
</cp:coreProperties>
</file>