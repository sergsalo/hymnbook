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до нас, Боже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до нас, Боже, прийди, ми втомились,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дай нам упасти в життєвій борні.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ми благаєм: зміцни наші сили,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 нами в скорботні, безрадісні дні.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Святиню закидати хочуть камінням,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дише злобою на вірних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дай знемогти у суворих гоніннях,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міцно триматись завітів святих.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Сам запали нас любовʼю святою,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вічним Словом серця освіти,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лютих стражданнях, йдучи за Тобою,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вірність до смерті могли зберегти.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2026-09-30T17:55:09Z</dcterms:created>
  <dcterms:modified xsi:type="dcterms:W3CDTF">2026-09-30T17:55:09Z</dcterms:modified>
</cp:coreProperties>
</file>