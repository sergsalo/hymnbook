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знаєш, Боже, моє бажання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№93)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знаєш, Боже, моє бажання,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молитву чуєш Ти мою,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знаєш серця мого страждання,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я гірко сльози ллю.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знаєш, Боже, що не шукаю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слави, скарбів на землі,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любити щиро Тебе бажаю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мої весняні, юні дні.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Сумує серце моє порою,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устах моїх немає слів,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я, самотній, скорблю душею,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змовкає мій весняний спів.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Ніхто не знає, усім байдуже,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куди душею лину я...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хто утішить, розвіє тугу,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сумна душа моя?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Цей світ чужим вже мені зробився,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Ти зі мною будь,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слабнуть сили і я втомився,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ще моя далека путь.</a:t>
            </a:r>
            <a:endParaRPr lang="en-US" sz="51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2026-09-30T17:55:17Z</dcterms:created>
  <dcterms:modified xsi:type="dcterms:W3CDTF">2026-09-30T17:55:17Z</dcterms:modified>
</cp:coreProperties>
</file>