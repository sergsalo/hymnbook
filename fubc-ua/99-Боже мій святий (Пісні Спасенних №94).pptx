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святий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№94)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 святий, я до Тебе 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Тебе спокій душі знайду.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тіні крил Твоїх заспокоюсь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заспокоїться серце моє.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тіні крил Твоїх заспокоюсь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заспокоїться серце моє.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Знаю, що в Тобі – радість без кінця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незмінна любов Отця.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тіні крил Твоїх заспокоюсь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заспокоїться серце моє.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тіні крил Твоїх заспокоюсь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заспокоїться серце моє.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ніщо мене не позбавить вже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миру й щастя, що Ти даєш.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тіні крил Твоїх заспокоюсь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заспокоїться серце моє.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тіні крил Твоїх заспокоюсь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заспокоїться серце моє.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останній час мій колись прийде,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вірю: в небо мене введеш.</a:t>
            </a:r>
            <a:endParaRPr lang="en-US" sz="5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тіні крил Твоїх заспокоюсь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заспокоїться серце моє.</a:t>
            </a:r>
            <a:endParaRPr lang="en-US" sz="5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тіні крил Твоїх заспокоюсь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заспокоїться серце моє.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2026-09-30T17:55:27Z</dcterms:created>
  <dcterms:modified xsi:type="dcterms:W3CDTF">2026-09-30T17:55:27Z</dcterms:modified>
</cp:coreProperties>
</file>